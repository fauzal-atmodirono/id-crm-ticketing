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8" r:id="rId5"/>
    <p:sldMasterId id="2147483689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y="5143500" cx="9144000"/>
  <p:notesSz cx="6858000" cy="9144000"/>
  <p:embeddedFontLst>
    <p:embeddedFont>
      <p:font typeface="Roboto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D200983-C629-4F1E-9D37-84094B5B8467}">
  <a:tblStyle styleId="{ED200983-C629-4F1E-9D37-84094B5B8467}" styleName="Table_0">
    <a:wholeTbl>
      <a:tcTxStyle b="off" i="off">
        <a:font>
          <a:latin typeface="Roboto"/>
          <a:ea typeface="Roboto"/>
          <a:cs typeface="Roboto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7EEF3"/>
          </a:solidFill>
        </a:fill>
      </a:tcStyle>
    </a:wholeTbl>
    <a:band1H>
      <a:tcTxStyle/>
      <a:tcStyle>
        <a:fill>
          <a:solidFill>
            <a:srgbClr val="CCDCE6"/>
          </a:solidFill>
        </a:fill>
      </a:tcStyle>
    </a:band1H>
    <a:band2H>
      <a:tcTxStyle/>
    </a:band2H>
    <a:band1V>
      <a:tcTxStyle/>
      <a:tcStyle>
        <a:fill>
          <a:solidFill>
            <a:srgbClr val="CCDCE6"/>
          </a:solidFill>
        </a:fill>
      </a:tcStyle>
    </a:band1V>
    <a:band2V>
      <a:tcTxStyle/>
    </a:band2V>
    <a:lastCol>
      <a:tcTxStyle b="on" i="off">
        <a:font>
          <a:latin typeface="Roboto"/>
          <a:ea typeface="Roboto"/>
          <a:cs typeface="Roboto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Roboto"/>
          <a:ea typeface="Roboto"/>
          <a:cs typeface="Roboto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Roboto"/>
          <a:ea typeface="Roboto"/>
          <a:cs typeface="Roboto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Roboto"/>
          <a:ea typeface="Roboto"/>
          <a:cs typeface="Roboto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  <a:tblStyle styleId="{93C284A9-C047-4CE7-A427-F8BDC51384B7}" styleName="Table_1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802147B6-3F87-40DF-B6F5-D0D6A060A4DB}" styleName="Table_2">
    <a:wholeTbl>
      <a:tcTxStyle b="off" i="off">
        <a:font>
          <a:latin typeface="Roboto"/>
          <a:ea typeface="Roboto"/>
          <a:cs typeface="Roboto"/>
        </a:font>
        <a:schemeClr val="dk1"/>
      </a:tcTxStyle>
      <a:tcStyle>
        <a:tcBdr>
          <a:left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797743E4-A2D9-4CB4-8DC9-A28F63FA84B6}" styleName="Table_3">
    <a:wholeTbl>
      <a:tcTxStyle b="off" i="off">
        <a:font>
          <a:latin typeface="Roboto"/>
          <a:ea typeface="Roboto"/>
          <a:cs typeface="Roboto"/>
        </a:font>
        <a:schemeClr val="dk1"/>
      </a:tcTxStyle>
      <a:tcStyle>
        <a:tcBdr>
          <a:left>
            <a:ln cap="flat" cmpd="sng" w="127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chemeClr val="lt1"/>
          </a:solidFill>
        </a:fill>
      </a:tcStyle>
    </a:wholeTbl>
    <a:band1H>
      <a:tcTxStyle/>
      <a:tcStyle>
        <a:fill>
          <a:solidFill>
            <a:srgbClr val="EBF4F0"/>
          </a:solidFill>
        </a:fill>
      </a:tcStyle>
    </a:band1H>
    <a:band2H>
      <a:tcTxStyle/>
    </a:band2H>
    <a:band1V>
      <a:tcTxStyle/>
      <a:tcStyle>
        <a:fill>
          <a:solidFill>
            <a:srgbClr val="EBF4F0"/>
          </a:solidFill>
        </a:fill>
      </a:tcStyle>
    </a:band1V>
    <a:band2V>
      <a:tcTxStyle/>
    </a:band2V>
    <a:lastCol>
      <a:tcTxStyle b="on" i="off"/>
    </a:lastCol>
    <a:firstCol>
      <a:tcTxStyle b="on" i="off"/>
    </a:firstCol>
    <a:lastRow>
      <a:tcTxStyle b="on" i="off"/>
      <a:tcStyle>
        <a:tcBdr>
          <a:top>
            <a:ln cap="flat" cmpd="sng" w="508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l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Roboto"/>
          <a:ea typeface="Roboto"/>
          <a:cs typeface="Roboto"/>
        </a:font>
        <a:schemeClr val="lt1"/>
      </a:tcTxStyle>
      <a:tcStyle>
        <a:fill>
          <a:solidFill>
            <a:schemeClr val="accent3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font" Target="fonts/Roboto-regular.fntdata"/><Relationship Id="rId23" Type="http://schemas.openxmlformats.org/officeDocument/2006/relationships/slide" Target="slides/slide1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6" Type="http://schemas.openxmlformats.org/officeDocument/2006/relationships/font" Target="fonts/Roboto-italic.fntdata"/><Relationship Id="rId25" Type="http://schemas.openxmlformats.org/officeDocument/2006/relationships/font" Target="fonts/Roboto-bold.fntdata"/><Relationship Id="rId27" Type="http://schemas.openxmlformats.org/officeDocument/2006/relationships/font" Target="fonts/Roboto-boldItalic.fntdata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409b07ee4ca_2_122:notes"/>
          <p:cNvSpPr/>
          <p:nvPr>
            <p:ph idx="2" type="sldImg"/>
          </p:nvPr>
        </p:nvSpPr>
        <p:spPr>
          <a:xfrm>
            <a:off x="372717" y="674557"/>
            <a:ext cx="5963478" cy="33727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4" name="Google Shape;174;g409b07ee4ca_2_1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650" lIns="91325" spcFirstLastPara="1" rIns="91325" wrap="square" tIns="456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409b07ee4ca_2_13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89600" lIns="89600" spcFirstLastPara="1" rIns="89600" wrap="square" tIns="896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g409b07ee4ca_2_136:notes"/>
          <p:cNvSpPr/>
          <p:nvPr>
            <p:ph idx="2" type="sldImg"/>
          </p:nvPr>
        </p:nvSpPr>
        <p:spPr>
          <a:xfrm>
            <a:off x="701951" y="1143000"/>
            <a:ext cx="5454098" cy="30854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409b07ee4ca_2_14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89600" lIns="89600" spcFirstLastPara="1" rIns="89600" wrap="square" tIns="896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g409b07ee4ca_2_142:notes"/>
          <p:cNvSpPr/>
          <p:nvPr>
            <p:ph idx="2" type="sldImg"/>
          </p:nvPr>
        </p:nvSpPr>
        <p:spPr>
          <a:xfrm>
            <a:off x="701951" y="1143000"/>
            <a:ext cx="5454098" cy="30854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409b07ee4ca_2_14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89600" lIns="89600" spcFirstLastPara="1" rIns="89600" wrap="square" tIns="896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g409b07ee4ca_2_149:notes"/>
          <p:cNvSpPr/>
          <p:nvPr>
            <p:ph idx="2" type="sldImg"/>
          </p:nvPr>
        </p:nvSpPr>
        <p:spPr>
          <a:xfrm>
            <a:off x="701951" y="1143000"/>
            <a:ext cx="5454098" cy="30854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409b07ee4ca_2_156:notes"/>
          <p:cNvSpPr txBox="1"/>
          <p:nvPr>
            <p:ph idx="1" type="body"/>
          </p:nvPr>
        </p:nvSpPr>
        <p:spPr>
          <a:xfrm>
            <a:off x="894522" y="4272197"/>
            <a:ext cx="4919870" cy="4047344"/>
          </a:xfrm>
          <a:prstGeom prst="rect">
            <a:avLst/>
          </a:prstGeom>
          <a:noFill/>
          <a:ln>
            <a:noFill/>
          </a:ln>
        </p:spPr>
        <p:txBody>
          <a:bodyPr anchorCtr="0" anchor="t" bIns="88500" lIns="88500" spcFirstLastPara="1" rIns="88500" wrap="square" tIns="88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211" name="Google Shape;211;g409b07ee4ca_2_156:notes"/>
          <p:cNvSpPr/>
          <p:nvPr>
            <p:ph idx="2" type="sldImg"/>
          </p:nvPr>
        </p:nvSpPr>
        <p:spPr>
          <a:xfrm>
            <a:off x="372717" y="674557"/>
            <a:ext cx="5963478" cy="33727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409b07ee4ca_2_161:notes"/>
          <p:cNvSpPr txBox="1"/>
          <p:nvPr>
            <p:ph idx="1" type="body"/>
          </p:nvPr>
        </p:nvSpPr>
        <p:spPr>
          <a:xfrm>
            <a:off x="894522" y="4272197"/>
            <a:ext cx="4919870" cy="4047344"/>
          </a:xfrm>
          <a:prstGeom prst="rect">
            <a:avLst/>
          </a:prstGeom>
          <a:noFill/>
          <a:ln>
            <a:noFill/>
          </a:ln>
        </p:spPr>
        <p:txBody>
          <a:bodyPr anchorCtr="0" anchor="t" bIns="88500" lIns="88500" spcFirstLastPara="1" rIns="88500" wrap="square" tIns="88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217" name="Google Shape;217;g409b07ee4ca_2_161:notes"/>
          <p:cNvSpPr/>
          <p:nvPr>
            <p:ph idx="2" type="sldImg"/>
          </p:nvPr>
        </p:nvSpPr>
        <p:spPr>
          <a:xfrm>
            <a:off x="372717" y="674557"/>
            <a:ext cx="5963478" cy="33727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409b07ee4ca_2_16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89600" lIns="89600" spcFirstLastPara="1" rIns="89600" wrap="square" tIns="896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g409b07ee4ca_2_166:notes"/>
          <p:cNvSpPr/>
          <p:nvPr>
            <p:ph idx="2" type="sldImg"/>
          </p:nvPr>
        </p:nvSpPr>
        <p:spPr>
          <a:xfrm>
            <a:off x="701951" y="1143000"/>
            <a:ext cx="5454098" cy="30854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409b07ee4ca_2_193:notes"/>
          <p:cNvSpPr/>
          <p:nvPr>
            <p:ph idx="2" type="sldImg"/>
          </p:nvPr>
        </p:nvSpPr>
        <p:spPr>
          <a:xfrm>
            <a:off x="372717" y="674557"/>
            <a:ext cx="5963478" cy="33727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1" name="Google Shape;251;g409b07ee4ca_2_19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650" lIns="91325" spcFirstLastPara="1" rIns="91325" wrap="square" tIns="456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409b07ee4ca_2_198:notes"/>
          <p:cNvSpPr/>
          <p:nvPr>
            <p:ph idx="2" type="sldImg"/>
          </p:nvPr>
        </p:nvSpPr>
        <p:spPr>
          <a:xfrm>
            <a:off x="372717" y="674557"/>
            <a:ext cx="5963478" cy="33727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7" name="Google Shape;257;g409b07ee4ca_2_19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650" lIns="91325" spcFirstLastPara="1" rIns="91325" wrap="square" tIns="456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409b07ee4ca_2_204:notes"/>
          <p:cNvSpPr/>
          <p:nvPr>
            <p:ph idx="2" type="sldImg"/>
          </p:nvPr>
        </p:nvSpPr>
        <p:spPr>
          <a:xfrm>
            <a:off x="372717" y="674557"/>
            <a:ext cx="5963478" cy="33727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4" name="Google Shape;264;g409b07ee4ca_2_20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650" lIns="91325" spcFirstLastPara="1" rIns="91325" wrap="square" tIns="456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409b07ee4ca_2_210:notes"/>
          <p:cNvSpPr txBox="1"/>
          <p:nvPr>
            <p:ph idx="1" type="body"/>
          </p:nvPr>
        </p:nvSpPr>
        <p:spPr>
          <a:xfrm>
            <a:off x="894522" y="4272197"/>
            <a:ext cx="4919870" cy="4047344"/>
          </a:xfrm>
          <a:prstGeom prst="rect">
            <a:avLst/>
          </a:prstGeom>
          <a:noFill/>
          <a:ln>
            <a:noFill/>
          </a:ln>
        </p:spPr>
        <p:txBody>
          <a:bodyPr anchorCtr="0" anchor="t" bIns="88500" lIns="88500" spcFirstLastPara="1" rIns="88500" wrap="square" tIns="88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271" name="Google Shape;271;g409b07ee4ca_2_210:notes"/>
          <p:cNvSpPr/>
          <p:nvPr>
            <p:ph idx="2" type="sldImg"/>
          </p:nvPr>
        </p:nvSpPr>
        <p:spPr>
          <a:xfrm>
            <a:off x="372717" y="674557"/>
            <a:ext cx="5963478" cy="33727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409b07ee4ca_2_218:notes"/>
          <p:cNvSpPr txBox="1"/>
          <p:nvPr>
            <p:ph idx="1" type="body"/>
          </p:nvPr>
        </p:nvSpPr>
        <p:spPr>
          <a:xfrm>
            <a:off x="894522" y="4272197"/>
            <a:ext cx="4919870" cy="4047344"/>
          </a:xfrm>
          <a:prstGeom prst="rect">
            <a:avLst/>
          </a:prstGeom>
          <a:noFill/>
          <a:ln>
            <a:noFill/>
          </a:ln>
        </p:spPr>
        <p:txBody>
          <a:bodyPr anchorCtr="0" anchor="t" bIns="88500" lIns="88500" spcFirstLastPara="1" rIns="88500" wrap="square" tIns="88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280" name="Google Shape;280;g409b07ee4ca_2_218:notes"/>
          <p:cNvSpPr/>
          <p:nvPr>
            <p:ph idx="2" type="sldImg"/>
          </p:nvPr>
        </p:nvSpPr>
        <p:spPr>
          <a:xfrm>
            <a:off x="372717" y="674557"/>
            <a:ext cx="5963478" cy="33727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409b07ee4ca_2_230:notes"/>
          <p:cNvSpPr txBox="1"/>
          <p:nvPr>
            <p:ph idx="1" type="body"/>
          </p:nvPr>
        </p:nvSpPr>
        <p:spPr>
          <a:xfrm>
            <a:off x="894522" y="4272197"/>
            <a:ext cx="4919870" cy="4047344"/>
          </a:xfrm>
          <a:prstGeom prst="rect">
            <a:avLst/>
          </a:prstGeom>
          <a:noFill/>
          <a:ln>
            <a:noFill/>
          </a:ln>
        </p:spPr>
        <p:txBody>
          <a:bodyPr anchorCtr="0" anchor="t" bIns="88500" lIns="88500" spcFirstLastPara="1" rIns="88500" wrap="square" tIns="88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293" name="Google Shape;293;g409b07ee4ca_2_230:notes"/>
          <p:cNvSpPr/>
          <p:nvPr>
            <p:ph idx="2" type="sldImg"/>
          </p:nvPr>
        </p:nvSpPr>
        <p:spPr>
          <a:xfrm>
            <a:off x="372717" y="674557"/>
            <a:ext cx="5963478" cy="33727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409b07ee4ca_2_236:notes"/>
          <p:cNvSpPr txBox="1"/>
          <p:nvPr>
            <p:ph idx="1" type="body"/>
          </p:nvPr>
        </p:nvSpPr>
        <p:spPr>
          <a:xfrm>
            <a:off x="894522" y="4272197"/>
            <a:ext cx="4919870" cy="4047344"/>
          </a:xfrm>
          <a:prstGeom prst="rect">
            <a:avLst/>
          </a:prstGeom>
          <a:noFill/>
          <a:ln>
            <a:noFill/>
          </a:ln>
        </p:spPr>
        <p:txBody>
          <a:bodyPr anchorCtr="0" anchor="t" bIns="88500" lIns="88500" spcFirstLastPara="1" rIns="88500" wrap="square" tIns="88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300" name="Google Shape;300;g409b07ee4ca_2_236:notes"/>
          <p:cNvSpPr/>
          <p:nvPr>
            <p:ph idx="2" type="sldImg"/>
          </p:nvPr>
        </p:nvSpPr>
        <p:spPr>
          <a:xfrm>
            <a:off x="372717" y="674557"/>
            <a:ext cx="5963478" cy="33727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409b07ee4ca_2_242:notes"/>
          <p:cNvSpPr txBox="1"/>
          <p:nvPr>
            <p:ph idx="1" type="body"/>
          </p:nvPr>
        </p:nvSpPr>
        <p:spPr>
          <a:xfrm>
            <a:off x="894522" y="4272197"/>
            <a:ext cx="4919870" cy="4047344"/>
          </a:xfrm>
          <a:prstGeom prst="rect">
            <a:avLst/>
          </a:prstGeom>
          <a:noFill/>
          <a:ln>
            <a:noFill/>
          </a:ln>
        </p:spPr>
        <p:txBody>
          <a:bodyPr anchorCtr="0" anchor="t" bIns="88500" lIns="88500" spcFirstLastPara="1" rIns="88500" wrap="square" tIns="88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307" name="Google Shape;307;g409b07ee4ca_2_242:notes"/>
          <p:cNvSpPr/>
          <p:nvPr>
            <p:ph idx="2" type="sldImg"/>
          </p:nvPr>
        </p:nvSpPr>
        <p:spPr>
          <a:xfrm>
            <a:off x="372717" y="674557"/>
            <a:ext cx="5963478" cy="33727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409b07ee4ca_2_248:notes"/>
          <p:cNvSpPr txBox="1"/>
          <p:nvPr>
            <p:ph idx="1" type="body"/>
          </p:nvPr>
        </p:nvSpPr>
        <p:spPr>
          <a:xfrm>
            <a:off x="894522" y="4272197"/>
            <a:ext cx="4919870" cy="4047344"/>
          </a:xfrm>
          <a:prstGeom prst="rect">
            <a:avLst/>
          </a:prstGeom>
          <a:noFill/>
          <a:ln>
            <a:noFill/>
          </a:ln>
        </p:spPr>
        <p:txBody>
          <a:bodyPr anchorCtr="0" anchor="t" bIns="88500" lIns="88500" spcFirstLastPara="1" rIns="88500" wrap="square" tIns="88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314" name="Google Shape;314;g409b07ee4ca_2_248:notes"/>
          <p:cNvSpPr/>
          <p:nvPr>
            <p:ph idx="2" type="sldImg"/>
          </p:nvPr>
        </p:nvSpPr>
        <p:spPr>
          <a:xfrm>
            <a:off x="372717" y="674557"/>
            <a:ext cx="5963478" cy="33727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Relationship Id="rId3" Type="http://schemas.openxmlformats.org/officeDocument/2006/relationships/image" Target="../media/image13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Relationship Id="rId3" Type="http://schemas.openxmlformats.org/officeDocument/2006/relationships/image" Target="../media/image10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9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4.png"/><Relationship Id="rId3" Type="http://schemas.openxmlformats.org/officeDocument/2006/relationships/image" Target="../media/image1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4.png"/><Relationship Id="rId3" Type="http://schemas.openxmlformats.org/officeDocument/2006/relationships/image" Target="../media/image1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jpg"/><Relationship Id="rId3" Type="http://schemas.openxmlformats.org/officeDocument/2006/relationships/image" Target="../media/image2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_Title &amp; Text ">
  <p:cSld name="9_Title &amp; Text 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 txBox="1"/>
          <p:nvPr>
            <p:ph idx="12" type="sldNum"/>
          </p:nvPr>
        </p:nvSpPr>
        <p:spPr>
          <a:xfrm>
            <a:off x="8501063" y="4686895"/>
            <a:ext cx="310753" cy="1565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55" name="Google Shape;55;p14"/>
          <p:cNvSpPr txBox="1"/>
          <p:nvPr>
            <p:ph idx="1" type="body"/>
          </p:nvPr>
        </p:nvSpPr>
        <p:spPr>
          <a:xfrm>
            <a:off x="294640" y="885763"/>
            <a:ext cx="8517176" cy="365766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04800" lvl="1" marL="914400" marR="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56" name="Google Shape;56;p14"/>
          <p:cNvSpPr txBox="1"/>
          <p:nvPr>
            <p:ph idx="2" type="body"/>
          </p:nvPr>
        </p:nvSpPr>
        <p:spPr>
          <a:xfrm>
            <a:off x="294640" y="219688"/>
            <a:ext cx="6927502" cy="47314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marR="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cxnSp>
        <p:nvCxnSpPr>
          <p:cNvPr id="57" name="Google Shape;57;p14"/>
          <p:cNvCxnSpPr/>
          <p:nvPr/>
        </p:nvCxnSpPr>
        <p:spPr>
          <a:xfrm>
            <a:off x="294640" y="692836"/>
            <a:ext cx="6927502" cy="0"/>
          </a:xfrm>
          <a:prstGeom prst="straightConnector1">
            <a:avLst/>
          </a:prstGeom>
          <a:noFill/>
          <a:ln cap="flat" cmpd="sng" w="28575">
            <a:solidFill>
              <a:srgbClr val="00569F"/>
            </a:solidFill>
            <a:prstDash val="solid"/>
            <a:miter lim="8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Title &amp; Text ">
  <p:cSld name="3_Title &amp; Text 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/>
          <p:nvPr>
            <p:ph idx="12" type="sldNum"/>
          </p:nvPr>
        </p:nvSpPr>
        <p:spPr>
          <a:xfrm>
            <a:off x="8501063" y="4686895"/>
            <a:ext cx="310753" cy="1565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0" name="Google Shape;60;p15"/>
          <p:cNvSpPr txBox="1"/>
          <p:nvPr>
            <p:ph idx="1" type="body"/>
          </p:nvPr>
        </p:nvSpPr>
        <p:spPr>
          <a:xfrm>
            <a:off x="294640" y="885763"/>
            <a:ext cx="8517176" cy="365766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04800" lvl="1" marL="914400" marR="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61" name="Google Shape;61;p15"/>
          <p:cNvSpPr txBox="1"/>
          <p:nvPr>
            <p:ph idx="2" type="body"/>
          </p:nvPr>
        </p:nvSpPr>
        <p:spPr>
          <a:xfrm>
            <a:off x="294640" y="219687"/>
            <a:ext cx="6927502" cy="47314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marR="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cxnSp>
        <p:nvCxnSpPr>
          <p:cNvPr id="62" name="Google Shape;62;p15"/>
          <p:cNvCxnSpPr/>
          <p:nvPr/>
        </p:nvCxnSpPr>
        <p:spPr>
          <a:xfrm>
            <a:off x="294640" y="692836"/>
            <a:ext cx="6927502" cy="0"/>
          </a:xfrm>
          <a:prstGeom prst="straightConnector1">
            <a:avLst/>
          </a:prstGeom>
          <a:noFill/>
          <a:ln cap="flat" cmpd="sng" w="28575">
            <a:solidFill>
              <a:srgbClr val="00569F"/>
            </a:solidFill>
            <a:prstDash val="solid"/>
            <a:miter lim="8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slide A (white logo)">
  <p:cSld name="1_Title slide A (white logo)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6"/>
          <p:cNvSpPr txBox="1"/>
          <p:nvPr>
            <p:ph type="title"/>
          </p:nvPr>
        </p:nvSpPr>
        <p:spPr>
          <a:xfrm>
            <a:off x="264007" y="3331836"/>
            <a:ext cx="7019926" cy="10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Roboto"/>
              <a:buNone/>
              <a:defRPr b="1" i="0" sz="3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65" name="Google Shape;65;p16"/>
          <p:cNvSpPr txBox="1"/>
          <p:nvPr>
            <p:ph idx="1" type="subTitle"/>
          </p:nvPr>
        </p:nvSpPr>
        <p:spPr>
          <a:xfrm>
            <a:off x="264008" y="4446814"/>
            <a:ext cx="1515428" cy="45992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pic>
        <p:nvPicPr>
          <p:cNvPr id="66" name="Google Shape;66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640522" y="3304697"/>
            <a:ext cx="2239471" cy="853833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67;p16"/>
          <p:cNvPicPr preferRelativeResize="0"/>
          <p:nvPr/>
        </p:nvPicPr>
        <p:blipFill rotWithShape="1">
          <a:blip r:embed="rId3">
            <a:alphaModFix/>
          </a:blip>
          <a:srcRect b="14011" l="0" r="0" t="14011"/>
          <a:stretch/>
        </p:blipFill>
        <p:spPr>
          <a:xfrm>
            <a:off x="0" y="0"/>
            <a:ext cx="9144000" cy="32152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slide B (black logo)">
  <p:cSld name="1_Title slide B (black logo)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7"/>
          <p:cNvSpPr txBox="1"/>
          <p:nvPr>
            <p:ph type="title"/>
          </p:nvPr>
        </p:nvSpPr>
        <p:spPr>
          <a:xfrm>
            <a:off x="264007" y="3331836"/>
            <a:ext cx="7019926" cy="10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Roboto"/>
              <a:buNone/>
              <a:defRPr b="1" i="0" sz="3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0" name="Google Shape;70;p17"/>
          <p:cNvSpPr txBox="1"/>
          <p:nvPr>
            <p:ph idx="1" type="subTitle"/>
          </p:nvPr>
        </p:nvSpPr>
        <p:spPr>
          <a:xfrm>
            <a:off x="264008" y="4446814"/>
            <a:ext cx="1515428" cy="45992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pic>
        <p:nvPicPr>
          <p:cNvPr id="71" name="Google Shape;71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640522" y="3304697"/>
            <a:ext cx="2239471" cy="853833"/>
          </a:xfrm>
          <a:prstGeom prst="rect">
            <a:avLst/>
          </a:prstGeom>
          <a:noFill/>
          <a:ln>
            <a:noFill/>
          </a:ln>
        </p:spPr>
      </p:pic>
      <p:pic>
        <p:nvPicPr>
          <p:cNvPr id="72" name="Google Shape;72;p17"/>
          <p:cNvPicPr preferRelativeResize="0"/>
          <p:nvPr/>
        </p:nvPicPr>
        <p:blipFill rotWithShape="1">
          <a:blip r:embed="rId3">
            <a:alphaModFix/>
          </a:blip>
          <a:srcRect b="14018" l="0" r="0" t="14018"/>
          <a:stretch/>
        </p:blipFill>
        <p:spPr>
          <a:xfrm>
            <a:off x="0" y="0"/>
            <a:ext cx="9144000" cy="32146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slide C (white logo + lime line)">
  <p:cSld name="1_Title slide C (white logo + lime line)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8"/>
          <p:cNvSpPr/>
          <p:nvPr>
            <p:ph idx="2" type="pic"/>
          </p:nvPr>
        </p:nvSpPr>
        <p:spPr>
          <a:xfrm>
            <a:off x="0" y="0"/>
            <a:ext cx="9144000" cy="4994910"/>
          </a:xfrm>
          <a:prstGeom prst="rect">
            <a:avLst/>
          </a:prstGeom>
          <a:solidFill>
            <a:srgbClr val="595959"/>
          </a:solidFill>
          <a:ln>
            <a:noFill/>
          </a:ln>
        </p:spPr>
      </p:sp>
      <p:sp>
        <p:nvSpPr>
          <p:cNvPr id="75" name="Google Shape;75;p18"/>
          <p:cNvSpPr/>
          <p:nvPr/>
        </p:nvSpPr>
        <p:spPr>
          <a:xfrm>
            <a:off x="0" y="4994910"/>
            <a:ext cx="9143999" cy="148590"/>
          </a:xfrm>
          <a:prstGeom prst="rect">
            <a:avLst/>
          </a:prstGeom>
          <a:gradFill>
            <a:gsLst>
              <a:gs pos="0">
                <a:srgbClr val="00569F"/>
              </a:gs>
              <a:gs pos="100000">
                <a:srgbClr val="63FFBD"/>
              </a:gs>
            </a:gsLst>
            <a:lin ang="0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6" name="Google Shape;76;p18"/>
          <p:cNvSpPr txBox="1"/>
          <p:nvPr>
            <p:ph type="title"/>
          </p:nvPr>
        </p:nvSpPr>
        <p:spPr>
          <a:xfrm>
            <a:off x="264007" y="3331836"/>
            <a:ext cx="7019926" cy="10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800"/>
              <a:buFont typeface="Roboto"/>
              <a:buNone/>
              <a:defRPr b="1" i="0" sz="38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7" name="Google Shape;77;p18"/>
          <p:cNvSpPr txBox="1"/>
          <p:nvPr>
            <p:ph idx="1" type="subTitle"/>
          </p:nvPr>
        </p:nvSpPr>
        <p:spPr>
          <a:xfrm>
            <a:off x="264008" y="4446814"/>
            <a:ext cx="1515428" cy="45992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pic>
        <p:nvPicPr>
          <p:cNvPr id="78" name="Google Shape;78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640523" y="3304697"/>
            <a:ext cx="2239468" cy="8538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Agenda slide">
  <p:cSld name="2_Agenda slide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9"/>
          <p:cNvSpPr txBox="1"/>
          <p:nvPr>
            <p:ph idx="12" type="sldNum"/>
          </p:nvPr>
        </p:nvSpPr>
        <p:spPr>
          <a:xfrm>
            <a:off x="8501063" y="4686895"/>
            <a:ext cx="310753" cy="1565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1" name="Google Shape;81;p19"/>
          <p:cNvSpPr txBox="1"/>
          <p:nvPr>
            <p:ph idx="1" type="body"/>
          </p:nvPr>
        </p:nvSpPr>
        <p:spPr>
          <a:xfrm>
            <a:off x="900113" y="1231074"/>
            <a:ext cx="3644504" cy="315042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04800" lvl="0" marL="4572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2" name="Google Shape;82;p19"/>
          <p:cNvSpPr txBox="1"/>
          <p:nvPr/>
        </p:nvSpPr>
        <p:spPr>
          <a:xfrm>
            <a:off x="5395912" y="422315"/>
            <a:ext cx="3671888" cy="5147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t/>
            </a:r>
            <a:endParaRPr b="1" i="0" sz="2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19"/>
          <p:cNvSpPr txBox="1"/>
          <p:nvPr>
            <p:ph idx="2" type="body"/>
          </p:nvPr>
        </p:nvSpPr>
        <p:spPr>
          <a:xfrm>
            <a:off x="900113" y="422315"/>
            <a:ext cx="3644503" cy="5147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b="1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4" name="Google Shape;84;p19"/>
          <p:cNvSpPr/>
          <p:nvPr/>
        </p:nvSpPr>
        <p:spPr>
          <a:xfrm>
            <a:off x="0" y="4994909"/>
            <a:ext cx="9143999" cy="156568"/>
          </a:xfrm>
          <a:prstGeom prst="rect">
            <a:avLst/>
          </a:prstGeom>
          <a:gradFill>
            <a:gsLst>
              <a:gs pos="0">
                <a:srgbClr val="00569F"/>
              </a:gs>
              <a:gs pos="100000">
                <a:srgbClr val="63FFBD"/>
              </a:gs>
            </a:gsLst>
            <a:lin ang="0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">
  <p:cSld name="Custom Layou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0"/>
          <p:cNvSpPr txBox="1"/>
          <p:nvPr>
            <p:ph idx="12" type="sldNum"/>
          </p:nvPr>
        </p:nvSpPr>
        <p:spPr>
          <a:xfrm>
            <a:off x="8501063" y="4686895"/>
            <a:ext cx="310753" cy="1565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87" name="Google Shape;87;p20"/>
          <p:cNvPicPr preferRelativeResize="0"/>
          <p:nvPr/>
        </p:nvPicPr>
        <p:blipFill rotWithShape="1">
          <a:blip r:embed="rId2">
            <a:alphaModFix/>
          </a:blip>
          <a:srcRect b="0" l="29431" r="29431" t="0"/>
          <a:stretch/>
        </p:blipFill>
        <p:spPr>
          <a:xfrm>
            <a:off x="4932802" y="-1"/>
            <a:ext cx="4211197" cy="5000796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20"/>
          <p:cNvSpPr txBox="1"/>
          <p:nvPr>
            <p:ph idx="1" type="body"/>
          </p:nvPr>
        </p:nvSpPr>
        <p:spPr>
          <a:xfrm>
            <a:off x="287645" y="422315"/>
            <a:ext cx="3644503" cy="5147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04800" lvl="0" marL="4572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04800" lvl="1" marL="914400" marR="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graphicFrame>
        <p:nvGraphicFramePr>
          <p:cNvPr id="89" name="Google Shape;89;p20"/>
          <p:cNvGraphicFramePr/>
          <p:nvPr/>
        </p:nvGraphicFramePr>
        <p:xfrm>
          <a:off x="319043" y="89382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{ED200983-C629-4F1E-9D37-84094B5B8467}</a:tableStyleId>
              </a:tblPr>
              <a:tblGrid>
                <a:gridCol w="322750"/>
                <a:gridCol w="3290325"/>
              </a:tblGrid>
              <a:tr h="379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01</a:t>
                      </a:r>
                      <a:endParaRPr sz="1100"/>
                    </a:p>
                  </a:txBody>
                  <a:tcPr marT="59400" marB="56700" marR="0" marL="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Main updates in the PPT template 2.0</a:t>
                      </a:r>
                      <a:endParaRPr sz="1100"/>
                    </a:p>
                  </a:txBody>
                  <a:tcPr marT="59400" marB="56700" marR="0" marL="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9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accent6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02</a:t>
                      </a:r>
                      <a:endParaRPr sz="1100"/>
                    </a:p>
                  </a:txBody>
                  <a:tcPr marT="59400" marB="56700" marR="0" marL="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accent6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Master templates overview</a:t>
                      </a:r>
                      <a:endParaRPr sz="1200">
                        <a:solidFill>
                          <a:schemeClr val="accent6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59400" marB="56700" marR="0" marL="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9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accent6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03</a:t>
                      </a:r>
                      <a:endParaRPr sz="1100"/>
                    </a:p>
                  </a:txBody>
                  <a:tcPr marT="59400" marB="56700" marR="0" marL="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accent6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Master templates examples</a:t>
                      </a:r>
                      <a:endParaRPr sz="1200">
                        <a:solidFill>
                          <a:schemeClr val="accent6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59400" marB="56700" marR="0" marL="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90" name="Google Shape;90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7885" y="4276643"/>
            <a:ext cx="1892012" cy="7213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">
  <p:cSld name="Custom Layout 2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1"/>
          <p:cNvSpPr txBox="1"/>
          <p:nvPr>
            <p:ph idx="12" type="sldNum"/>
          </p:nvPr>
        </p:nvSpPr>
        <p:spPr>
          <a:xfrm>
            <a:off x="8501063" y="4686895"/>
            <a:ext cx="310753" cy="1565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93" name="Google Shape;93;p21"/>
          <p:cNvPicPr preferRelativeResize="0"/>
          <p:nvPr/>
        </p:nvPicPr>
        <p:blipFill rotWithShape="1">
          <a:blip r:embed="rId2">
            <a:alphaModFix/>
          </a:blip>
          <a:srcRect b="0" l="29431" r="29431" t="0"/>
          <a:stretch/>
        </p:blipFill>
        <p:spPr>
          <a:xfrm>
            <a:off x="4932802" y="-1"/>
            <a:ext cx="4211197" cy="5000796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21"/>
          <p:cNvSpPr txBox="1"/>
          <p:nvPr>
            <p:ph idx="1" type="body"/>
          </p:nvPr>
        </p:nvSpPr>
        <p:spPr>
          <a:xfrm>
            <a:off x="287645" y="422315"/>
            <a:ext cx="3644503" cy="5147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04800" lvl="0" marL="4572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04800" lvl="1" marL="914400" marR="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graphicFrame>
        <p:nvGraphicFramePr>
          <p:cNvPr id="95" name="Google Shape;95;p21"/>
          <p:cNvGraphicFramePr/>
          <p:nvPr/>
        </p:nvGraphicFramePr>
        <p:xfrm>
          <a:off x="319043" y="89382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{ED200983-C629-4F1E-9D37-84094B5B8467}</a:tableStyleId>
              </a:tblPr>
              <a:tblGrid>
                <a:gridCol w="322750"/>
                <a:gridCol w="3290325"/>
              </a:tblGrid>
              <a:tr h="379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01</a:t>
                      </a:r>
                      <a:endParaRPr sz="1100"/>
                    </a:p>
                  </a:txBody>
                  <a:tcPr marT="59400" marB="56700" marR="0" marL="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Main updates in the PPT template 2.0</a:t>
                      </a:r>
                      <a:endParaRPr sz="1100"/>
                    </a:p>
                  </a:txBody>
                  <a:tcPr marT="59400" marB="56700" marR="0" marL="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9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accent6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02</a:t>
                      </a:r>
                      <a:endParaRPr sz="1100"/>
                    </a:p>
                  </a:txBody>
                  <a:tcPr marT="59400" marB="56700" marR="0" marL="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accent6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Master templates overview</a:t>
                      </a:r>
                      <a:endParaRPr sz="1200">
                        <a:solidFill>
                          <a:schemeClr val="accent6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59400" marB="56700" marR="0" marL="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9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accent6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03</a:t>
                      </a:r>
                      <a:endParaRPr sz="1100"/>
                    </a:p>
                  </a:txBody>
                  <a:tcPr marT="59400" marB="56700" marR="0" marL="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accent6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Master templates examples</a:t>
                      </a:r>
                      <a:endParaRPr sz="1200">
                        <a:solidFill>
                          <a:schemeClr val="accent6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59400" marB="56700" marR="0" marL="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96" name="Google Shape;96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7885" y="4276643"/>
            <a:ext cx="1892012" cy="7213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Title &amp; Text (+lime line)">
  <p:cSld name="3_Title &amp; Text (+lime line)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2"/>
          <p:cNvSpPr txBox="1"/>
          <p:nvPr>
            <p:ph idx="12" type="sldNum"/>
          </p:nvPr>
        </p:nvSpPr>
        <p:spPr>
          <a:xfrm>
            <a:off x="8501063" y="4686895"/>
            <a:ext cx="310753" cy="1565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9" name="Google Shape;99;p22"/>
          <p:cNvSpPr/>
          <p:nvPr/>
        </p:nvSpPr>
        <p:spPr>
          <a:xfrm>
            <a:off x="0" y="4994910"/>
            <a:ext cx="9143999" cy="14859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0" name="Google Shape;100;p22"/>
          <p:cNvSpPr txBox="1"/>
          <p:nvPr>
            <p:ph idx="1" type="body"/>
          </p:nvPr>
        </p:nvSpPr>
        <p:spPr>
          <a:xfrm>
            <a:off x="900113" y="1246443"/>
            <a:ext cx="7451384" cy="313505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04800" lvl="1" marL="914400" marR="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01" name="Google Shape;101;p22"/>
          <p:cNvSpPr txBox="1"/>
          <p:nvPr>
            <p:ph idx="2" type="body"/>
          </p:nvPr>
        </p:nvSpPr>
        <p:spPr>
          <a:xfrm>
            <a:off x="900113" y="422315"/>
            <a:ext cx="7451384" cy="5147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b="1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 1">
  <p:cSld name="Title slide 1 1">
    <p:bg>
      <p:bgPr>
        <a:solidFill>
          <a:schemeClr val="lt1"/>
        </a:solid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rmAutofit/>
          </a:bodyPr>
          <a:lstStyle>
            <a:lvl1pPr indent="0" lvl="0" marL="0" algn="r">
              <a:buClr>
                <a:schemeClr val="dk1"/>
              </a:buClr>
              <a:buSzPts val="800"/>
              <a:buFont typeface="Roboto"/>
              <a:buNone/>
              <a:defRPr sz="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algn="r">
              <a:buClr>
                <a:schemeClr val="dk1"/>
              </a:buClr>
              <a:buSzPts val="800"/>
              <a:buFont typeface="Roboto"/>
              <a:buNone/>
              <a:defRPr sz="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algn="r">
              <a:buClr>
                <a:schemeClr val="dk1"/>
              </a:buClr>
              <a:buSzPts val="800"/>
              <a:buFont typeface="Roboto"/>
              <a:buNone/>
              <a:defRPr sz="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algn="r">
              <a:buClr>
                <a:schemeClr val="dk1"/>
              </a:buClr>
              <a:buSzPts val="800"/>
              <a:buFont typeface="Roboto"/>
              <a:buNone/>
              <a:defRPr sz="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algn="r">
              <a:buClr>
                <a:schemeClr val="dk1"/>
              </a:buClr>
              <a:buSzPts val="800"/>
              <a:buFont typeface="Roboto"/>
              <a:buNone/>
              <a:defRPr sz="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algn="r">
              <a:buClr>
                <a:schemeClr val="dk1"/>
              </a:buClr>
              <a:buSzPts val="800"/>
              <a:buFont typeface="Roboto"/>
              <a:buNone/>
              <a:defRPr sz="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algn="r">
              <a:buClr>
                <a:schemeClr val="dk1"/>
              </a:buClr>
              <a:buSzPts val="800"/>
              <a:buFont typeface="Roboto"/>
              <a:buNone/>
              <a:defRPr sz="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algn="r">
              <a:buClr>
                <a:schemeClr val="dk1"/>
              </a:buClr>
              <a:buSzPts val="800"/>
              <a:buFont typeface="Roboto"/>
              <a:buNone/>
              <a:defRPr sz="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algn="r">
              <a:buClr>
                <a:schemeClr val="dk1"/>
              </a:buClr>
              <a:buSzPts val="800"/>
              <a:buFont typeface="Roboto"/>
              <a:buNone/>
              <a:defRPr sz="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104" name="Google Shape;104;p23" title="bg.jp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1"/>
            <a:ext cx="9144003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23" title="ChatGPT Image Apr 21, 2025, 02_52_21 PM.jpg"/>
          <p:cNvPicPr preferRelativeResize="0"/>
          <p:nvPr/>
        </p:nvPicPr>
        <p:blipFill rotWithShape="1">
          <a:blip r:embed="rId3">
            <a:alphaModFix/>
          </a:blip>
          <a:srcRect b="5285" l="0" r="0" t="5276"/>
          <a:stretch/>
        </p:blipFill>
        <p:spPr>
          <a:xfrm>
            <a:off x="0" y="1"/>
            <a:ext cx="9144000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-column image right">
  <p:cSld name="3-column image right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4"/>
          <p:cNvSpPr txBox="1"/>
          <p:nvPr>
            <p:ph type="title"/>
          </p:nvPr>
        </p:nvSpPr>
        <p:spPr>
          <a:xfrm>
            <a:off x="337500" y="526406"/>
            <a:ext cx="6299044" cy="53675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b="1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108" name="Google Shape;108;p24"/>
          <p:cNvSpPr txBox="1"/>
          <p:nvPr>
            <p:ph idx="1" type="body"/>
          </p:nvPr>
        </p:nvSpPr>
        <p:spPr>
          <a:xfrm>
            <a:off x="337500" y="1356122"/>
            <a:ext cx="6299044" cy="31051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85750" lvl="0" marL="457200" marR="0" rtl="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85750" lvl="1" marL="914400" marR="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  <a:defRPr b="0" i="0" sz="9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285750" lvl="2" marL="1371600" marR="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09" name="Google Shape;109;p24"/>
          <p:cNvSpPr/>
          <p:nvPr>
            <p:ph idx="2" type="pic"/>
          </p:nvPr>
        </p:nvSpPr>
        <p:spPr>
          <a:xfrm>
            <a:off x="6870274" y="0"/>
            <a:ext cx="1943738" cy="4461272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Quote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5"/>
          <p:cNvSpPr txBox="1"/>
          <p:nvPr>
            <p:ph idx="1" type="body"/>
          </p:nvPr>
        </p:nvSpPr>
        <p:spPr>
          <a:xfrm>
            <a:off x="892966" y="2214242"/>
            <a:ext cx="7358099" cy="433802"/>
          </a:xfrm>
          <a:prstGeom prst="rect">
            <a:avLst/>
          </a:prstGeom>
          <a:noFill/>
          <a:ln>
            <a:noFill/>
          </a:ln>
        </p:spPr>
        <p:txBody>
          <a:bodyPr anchorCtr="1" anchor="ctr" bIns="23900" lIns="23900" spcFirstLastPara="1" rIns="23900" wrap="square" tIns="23900">
            <a:sp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141414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04800" lvl="1" marL="9144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12" name="Google Shape;112;p25"/>
          <p:cNvSpPr txBox="1"/>
          <p:nvPr>
            <p:ph idx="12" type="sldNum"/>
          </p:nvPr>
        </p:nvSpPr>
        <p:spPr>
          <a:xfrm>
            <a:off x="4449573" y="4878959"/>
            <a:ext cx="235799" cy="217604"/>
          </a:xfrm>
          <a:prstGeom prst="rect">
            <a:avLst/>
          </a:prstGeom>
          <a:noFill/>
          <a:ln>
            <a:noFill/>
          </a:ln>
        </p:spPr>
        <p:txBody>
          <a:bodyPr anchorCtr="1" anchor="t" bIns="23900" lIns="23900" spcFirstLastPara="1" rIns="23900" wrap="square" tIns="23900">
            <a:spAutoFit/>
          </a:bodyPr>
          <a:lstStyle>
            <a:lvl1pPr indent="0" lvl="0" marL="0" marR="0" algn="ctr">
              <a:spcBef>
                <a:spcPts val="0"/>
              </a:spcBef>
              <a:buNone/>
              <a:defRPr sz="1100"/>
            </a:lvl1pPr>
            <a:lvl2pPr indent="0" lvl="1" marL="0" marR="0" algn="ctr">
              <a:spcBef>
                <a:spcPts val="0"/>
              </a:spcBef>
              <a:buNone/>
              <a:defRPr sz="1100"/>
            </a:lvl2pPr>
            <a:lvl3pPr indent="0" lvl="2" marL="0" marR="0" algn="ctr">
              <a:spcBef>
                <a:spcPts val="0"/>
              </a:spcBef>
              <a:buNone/>
              <a:defRPr sz="1100"/>
            </a:lvl3pPr>
            <a:lvl4pPr indent="0" lvl="3" marL="0" marR="0" algn="ctr">
              <a:spcBef>
                <a:spcPts val="0"/>
              </a:spcBef>
              <a:buNone/>
              <a:defRPr sz="1100"/>
            </a:lvl4pPr>
            <a:lvl5pPr indent="0" lvl="4" marL="0" marR="0" algn="ctr">
              <a:spcBef>
                <a:spcPts val="0"/>
              </a:spcBef>
              <a:buNone/>
              <a:defRPr sz="1100"/>
            </a:lvl5pPr>
            <a:lvl6pPr indent="0" lvl="5" marL="0" marR="0" algn="ctr">
              <a:spcBef>
                <a:spcPts val="0"/>
              </a:spcBef>
              <a:buNone/>
              <a:defRPr sz="1100"/>
            </a:lvl6pPr>
            <a:lvl7pPr indent="0" lvl="6" marL="0" marR="0" algn="ctr">
              <a:spcBef>
                <a:spcPts val="0"/>
              </a:spcBef>
              <a:buNone/>
              <a:defRPr sz="1100"/>
            </a:lvl7pPr>
            <a:lvl8pPr indent="0" lvl="7" marL="0" marR="0" algn="ctr">
              <a:spcBef>
                <a:spcPts val="0"/>
              </a:spcBef>
              <a:buNone/>
              <a:defRPr sz="1100"/>
            </a:lvl8pPr>
            <a:lvl9pPr indent="0" lvl="8" marL="0" marR="0" algn="ctr">
              <a:spcBef>
                <a:spcPts val="0"/>
              </a:spcBef>
              <a:buNone/>
              <a:defRPr sz="1100"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Quote">
  <p:cSld name="2_Quote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6"/>
          <p:cNvSpPr txBox="1"/>
          <p:nvPr>
            <p:ph idx="1" type="body"/>
          </p:nvPr>
        </p:nvSpPr>
        <p:spPr>
          <a:xfrm>
            <a:off x="892967" y="2214243"/>
            <a:ext cx="7358099" cy="433802"/>
          </a:xfrm>
          <a:prstGeom prst="rect">
            <a:avLst/>
          </a:prstGeom>
          <a:noFill/>
          <a:ln>
            <a:noFill/>
          </a:ln>
        </p:spPr>
        <p:txBody>
          <a:bodyPr anchorCtr="1" anchor="ctr" bIns="23900" lIns="23900" spcFirstLastPara="1" rIns="23900" wrap="square" tIns="23900">
            <a:sp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141414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04800" lvl="1" marL="9144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15" name="Google Shape;115;p26"/>
          <p:cNvSpPr txBox="1"/>
          <p:nvPr>
            <p:ph idx="12" type="sldNum"/>
          </p:nvPr>
        </p:nvSpPr>
        <p:spPr>
          <a:xfrm>
            <a:off x="4449574" y="4878960"/>
            <a:ext cx="235799" cy="217605"/>
          </a:xfrm>
          <a:prstGeom prst="rect">
            <a:avLst/>
          </a:prstGeom>
          <a:noFill/>
          <a:ln>
            <a:noFill/>
          </a:ln>
        </p:spPr>
        <p:txBody>
          <a:bodyPr anchorCtr="1" anchor="t" bIns="23900" lIns="23900" spcFirstLastPara="1" rIns="23900" wrap="square" tIns="23900">
            <a:spAutoFit/>
          </a:bodyPr>
          <a:lstStyle>
            <a:lvl1pPr indent="0" lvl="0" marL="0" marR="0" algn="ctr">
              <a:spcBef>
                <a:spcPts val="0"/>
              </a:spcBef>
              <a:buNone/>
              <a:defRPr sz="1100"/>
            </a:lvl1pPr>
            <a:lvl2pPr indent="0" lvl="1" marL="0" marR="0" algn="ctr">
              <a:spcBef>
                <a:spcPts val="0"/>
              </a:spcBef>
              <a:buNone/>
              <a:defRPr sz="1100"/>
            </a:lvl2pPr>
            <a:lvl3pPr indent="0" lvl="2" marL="0" marR="0" algn="ctr">
              <a:spcBef>
                <a:spcPts val="0"/>
              </a:spcBef>
              <a:buNone/>
              <a:defRPr sz="1100"/>
            </a:lvl3pPr>
            <a:lvl4pPr indent="0" lvl="3" marL="0" marR="0" algn="ctr">
              <a:spcBef>
                <a:spcPts val="0"/>
              </a:spcBef>
              <a:buNone/>
              <a:defRPr sz="1100"/>
            </a:lvl4pPr>
            <a:lvl5pPr indent="0" lvl="4" marL="0" marR="0" algn="ctr">
              <a:spcBef>
                <a:spcPts val="0"/>
              </a:spcBef>
              <a:buNone/>
              <a:defRPr sz="1100"/>
            </a:lvl5pPr>
            <a:lvl6pPr indent="0" lvl="5" marL="0" marR="0" algn="ctr">
              <a:spcBef>
                <a:spcPts val="0"/>
              </a:spcBef>
              <a:buNone/>
              <a:defRPr sz="1100"/>
            </a:lvl6pPr>
            <a:lvl7pPr indent="0" lvl="6" marL="0" marR="0" algn="ctr">
              <a:spcBef>
                <a:spcPts val="0"/>
              </a:spcBef>
              <a:buNone/>
              <a:defRPr sz="1100"/>
            </a:lvl7pPr>
            <a:lvl8pPr indent="0" lvl="7" marL="0" marR="0" algn="ctr">
              <a:spcBef>
                <a:spcPts val="0"/>
              </a:spcBef>
              <a:buNone/>
              <a:defRPr sz="1100"/>
            </a:lvl8pPr>
            <a:lvl9pPr indent="0" lvl="8" marL="0" marR="0" algn="ctr">
              <a:spcBef>
                <a:spcPts val="0"/>
              </a:spcBef>
              <a:buNone/>
              <a:defRPr sz="1100"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Quote">
  <p:cSld name="3_Quote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7"/>
          <p:cNvSpPr txBox="1"/>
          <p:nvPr>
            <p:ph idx="1" type="body"/>
          </p:nvPr>
        </p:nvSpPr>
        <p:spPr>
          <a:xfrm>
            <a:off x="892967" y="2214243"/>
            <a:ext cx="7358099" cy="433802"/>
          </a:xfrm>
          <a:prstGeom prst="rect">
            <a:avLst/>
          </a:prstGeom>
          <a:noFill/>
          <a:ln>
            <a:noFill/>
          </a:ln>
        </p:spPr>
        <p:txBody>
          <a:bodyPr anchorCtr="1" anchor="ctr" bIns="23900" lIns="23900" spcFirstLastPara="1" rIns="23900" wrap="square" tIns="23900">
            <a:sp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141414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04800" lvl="1" marL="9144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18" name="Google Shape;118;p27"/>
          <p:cNvSpPr txBox="1"/>
          <p:nvPr>
            <p:ph idx="12" type="sldNum"/>
          </p:nvPr>
        </p:nvSpPr>
        <p:spPr>
          <a:xfrm>
            <a:off x="4449574" y="4878960"/>
            <a:ext cx="235799" cy="217605"/>
          </a:xfrm>
          <a:prstGeom prst="rect">
            <a:avLst/>
          </a:prstGeom>
          <a:noFill/>
          <a:ln>
            <a:noFill/>
          </a:ln>
        </p:spPr>
        <p:txBody>
          <a:bodyPr anchorCtr="1" anchor="t" bIns="23900" lIns="23900" spcFirstLastPara="1" rIns="23900" wrap="square" tIns="23900">
            <a:spAutoFit/>
          </a:bodyPr>
          <a:lstStyle>
            <a:lvl1pPr indent="0" lvl="0" marL="0" marR="0" algn="ctr">
              <a:spcBef>
                <a:spcPts val="0"/>
              </a:spcBef>
              <a:buNone/>
              <a:defRPr sz="1100"/>
            </a:lvl1pPr>
            <a:lvl2pPr indent="0" lvl="1" marL="0" marR="0" algn="ctr">
              <a:spcBef>
                <a:spcPts val="0"/>
              </a:spcBef>
              <a:buNone/>
              <a:defRPr sz="1100"/>
            </a:lvl2pPr>
            <a:lvl3pPr indent="0" lvl="2" marL="0" marR="0" algn="ctr">
              <a:spcBef>
                <a:spcPts val="0"/>
              </a:spcBef>
              <a:buNone/>
              <a:defRPr sz="1100"/>
            </a:lvl3pPr>
            <a:lvl4pPr indent="0" lvl="3" marL="0" marR="0" algn="ctr">
              <a:spcBef>
                <a:spcPts val="0"/>
              </a:spcBef>
              <a:buNone/>
              <a:defRPr sz="1100"/>
            </a:lvl4pPr>
            <a:lvl5pPr indent="0" lvl="4" marL="0" marR="0" algn="ctr">
              <a:spcBef>
                <a:spcPts val="0"/>
              </a:spcBef>
              <a:buNone/>
              <a:defRPr sz="1100"/>
            </a:lvl5pPr>
            <a:lvl6pPr indent="0" lvl="5" marL="0" marR="0" algn="ctr">
              <a:spcBef>
                <a:spcPts val="0"/>
              </a:spcBef>
              <a:buNone/>
              <a:defRPr sz="1100"/>
            </a:lvl6pPr>
            <a:lvl7pPr indent="0" lvl="6" marL="0" marR="0" algn="ctr">
              <a:spcBef>
                <a:spcPts val="0"/>
              </a:spcBef>
              <a:buNone/>
              <a:defRPr sz="1100"/>
            </a:lvl7pPr>
            <a:lvl8pPr indent="0" lvl="7" marL="0" marR="0" algn="ctr">
              <a:spcBef>
                <a:spcPts val="0"/>
              </a:spcBef>
              <a:buNone/>
              <a:defRPr sz="1100"/>
            </a:lvl8pPr>
            <a:lvl9pPr indent="0" lvl="8" marL="0" marR="0" algn="ctr">
              <a:spcBef>
                <a:spcPts val="0"/>
              </a:spcBef>
              <a:buNone/>
              <a:defRPr sz="1100"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_Quote">
  <p:cSld name="7_Quote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8"/>
          <p:cNvSpPr txBox="1"/>
          <p:nvPr>
            <p:ph idx="1" type="body"/>
          </p:nvPr>
        </p:nvSpPr>
        <p:spPr>
          <a:xfrm>
            <a:off x="892967" y="2214243"/>
            <a:ext cx="7358099" cy="433802"/>
          </a:xfrm>
          <a:prstGeom prst="rect">
            <a:avLst/>
          </a:prstGeom>
          <a:noFill/>
          <a:ln>
            <a:noFill/>
          </a:ln>
        </p:spPr>
        <p:txBody>
          <a:bodyPr anchorCtr="1" anchor="ctr" bIns="23900" lIns="23900" spcFirstLastPara="1" rIns="23900" wrap="square" tIns="23900">
            <a:sp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141414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04800" lvl="1" marL="9144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21" name="Google Shape;121;p28"/>
          <p:cNvSpPr txBox="1"/>
          <p:nvPr>
            <p:ph idx="12" type="sldNum"/>
          </p:nvPr>
        </p:nvSpPr>
        <p:spPr>
          <a:xfrm>
            <a:off x="4449574" y="4878960"/>
            <a:ext cx="235799" cy="217605"/>
          </a:xfrm>
          <a:prstGeom prst="rect">
            <a:avLst/>
          </a:prstGeom>
          <a:noFill/>
          <a:ln>
            <a:noFill/>
          </a:ln>
        </p:spPr>
        <p:txBody>
          <a:bodyPr anchorCtr="1" anchor="t" bIns="23900" lIns="23900" spcFirstLastPara="1" rIns="23900" wrap="square" tIns="23900">
            <a:spAutoFit/>
          </a:bodyPr>
          <a:lstStyle>
            <a:lvl1pPr indent="0" lvl="0" marL="0" marR="0" algn="ctr">
              <a:spcBef>
                <a:spcPts val="0"/>
              </a:spcBef>
              <a:buNone/>
              <a:defRPr sz="1100"/>
            </a:lvl1pPr>
            <a:lvl2pPr indent="0" lvl="1" marL="0" marR="0" algn="ctr">
              <a:spcBef>
                <a:spcPts val="0"/>
              </a:spcBef>
              <a:buNone/>
              <a:defRPr sz="1100"/>
            </a:lvl2pPr>
            <a:lvl3pPr indent="0" lvl="2" marL="0" marR="0" algn="ctr">
              <a:spcBef>
                <a:spcPts val="0"/>
              </a:spcBef>
              <a:buNone/>
              <a:defRPr sz="1100"/>
            </a:lvl3pPr>
            <a:lvl4pPr indent="0" lvl="3" marL="0" marR="0" algn="ctr">
              <a:spcBef>
                <a:spcPts val="0"/>
              </a:spcBef>
              <a:buNone/>
              <a:defRPr sz="1100"/>
            </a:lvl4pPr>
            <a:lvl5pPr indent="0" lvl="4" marL="0" marR="0" algn="ctr">
              <a:spcBef>
                <a:spcPts val="0"/>
              </a:spcBef>
              <a:buNone/>
              <a:defRPr sz="1100"/>
            </a:lvl5pPr>
            <a:lvl6pPr indent="0" lvl="5" marL="0" marR="0" algn="ctr">
              <a:spcBef>
                <a:spcPts val="0"/>
              </a:spcBef>
              <a:buNone/>
              <a:defRPr sz="1100"/>
            </a:lvl6pPr>
            <a:lvl7pPr indent="0" lvl="6" marL="0" marR="0" algn="ctr">
              <a:spcBef>
                <a:spcPts val="0"/>
              </a:spcBef>
              <a:buNone/>
              <a:defRPr sz="1100"/>
            </a:lvl7pPr>
            <a:lvl8pPr indent="0" lvl="7" marL="0" marR="0" algn="ctr">
              <a:spcBef>
                <a:spcPts val="0"/>
              </a:spcBef>
              <a:buNone/>
              <a:defRPr sz="1100"/>
            </a:lvl8pPr>
            <a:lvl9pPr indent="0" lvl="8" marL="0" marR="0" algn="ctr">
              <a:spcBef>
                <a:spcPts val="0"/>
              </a:spcBef>
              <a:buNone/>
              <a:defRPr sz="1100"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8_Quote">
  <p:cSld name="8_Quote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9"/>
          <p:cNvSpPr txBox="1"/>
          <p:nvPr>
            <p:ph idx="1" type="body"/>
          </p:nvPr>
        </p:nvSpPr>
        <p:spPr>
          <a:xfrm>
            <a:off x="892967" y="2214243"/>
            <a:ext cx="7358099" cy="433802"/>
          </a:xfrm>
          <a:prstGeom prst="rect">
            <a:avLst/>
          </a:prstGeom>
          <a:noFill/>
          <a:ln>
            <a:noFill/>
          </a:ln>
        </p:spPr>
        <p:txBody>
          <a:bodyPr anchorCtr="1" anchor="ctr" bIns="23900" lIns="23900" spcFirstLastPara="1" rIns="23900" wrap="square" tIns="23900">
            <a:sp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141414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04800" lvl="1" marL="9144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24" name="Google Shape;124;p29"/>
          <p:cNvSpPr txBox="1"/>
          <p:nvPr>
            <p:ph idx="12" type="sldNum"/>
          </p:nvPr>
        </p:nvSpPr>
        <p:spPr>
          <a:xfrm>
            <a:off x="4449574" y="4878960"/>
            <a:ext cx="235799" cy="217605"/>
          </a:xfrm>
          <a:prstGeom prst="rect">
            <a:avLst/>
          </a:prstGeom>
          <a:noFill/>
          <a:ln>
            <a:noFill/>
          </a:ln>
        </p:spPr>
        <p:txBody>
          <a:bodyPr anchorCtr="1" anchor="t" bIns="23900" lIns="23900" spcFirstLastPara="1" rIns="23900" wrap="square" tIns="23900">
            <a:spAutoFit/>
          </a:bodyPr>
          <a:lstStyle>
            <a:lvl1pPr indent="0" lvl="0" marL="0" marR="0" algn="ctr">
              <a:spcBef>
                <a:spcPts val="0"/>
              </a:spcBef>
              <a:buNone/>
              <a:defRPr sz="1100"/>
            </a:lvl1pPr>
            <a:lvl2pPr indent="0" lvl="1" marL="0" marR="0" algn="ctr">
              <a:spcBef>
                <a:spcPts val="0"/>
              </a:spcBef>
              <a:buNone/>
              <a:defRPr sz="1100"/>
            </a:lvl2pPr>
            <a:lvl3pPr indent="0" lvl="2" marL="0" marR="0" algn="ctr">
              <a:spcBef>
                <a:spcPts val="0"/>
              </a:spcBef>
              <a:buNone/>
              <a:defRPr sz="1100"/>
            </a:lvl3pPr>
            <a:lvl4pPr indent="0" lvl="3" marL="0" marR="0" algn="ctr">
              <a:spcBef>
                <a:spcPts val="0"/>
              </a:spcBef>
              <a:buNone/>
              <a:defRPr sz="1100"/>
            </a:lvl4pPr>
            <a:lvl5pPr indent="0" lvl="4" marL="0" marR="0" algn="ctr">
              <a:spcBef>
                <a:spcPts val="0"/>
              </a:spcBef>
              <a:buNone/>
              <a:defRPr sz="1100"/>
            </a:lvl5pPr>
            <a:lvl6pPr indent="0" lvl="5" marL="0" marR="0" algn="ctr">
              <a:spcBef>
                <a:spcPts val="0"/>
              </a:spcBef>
              <a:buNone/>
              <a:defRPr sz="1100"/>
            </a:lvl6pPr>
            <a:lvl7pPr indent="0" lvl="6" marL="0" marR="0" algn="ctr">
              <a:spcBef>
                <a:spcPts val="0"/>
              </a:spcBef>
              <a:buNone/>
              <a:defRPr sz="1100"/>
            </a:lvl7pPr>
            <a:lvl8pPr indent="0" lvl="7" marL="0" marR="0" algn="ctr">
              <a:spcBef>
                <a:spcPts val="0"/>
              </a:spcBef>
              <a:buNone/>
              <a:defRPr sz="1100"/>
            </a:lvl8pPr>
            <a:lvl9pPr indent="0" lvl="8" marL="0" marR="0" algn="ctr">
              <a:spcBef>
                <a:spcPts val="0"/>
              </a:spcBef>
              <a:buNone/>
              <a:defRPr sz="1100"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5_Quote">
  <p:cSld name="15_Quote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30"/>
          <p:cNvSpPr txBox="1"/>
          <p:nvPr>
            <p:ph idx="1" type="body"/>
          </p:nvPr>
        </p:nvSpPr>
        <p:spPr>
          <a:xfrm>
            <a:off x="892967" y="2214243"/>
            <a:ext cx="7358099" cy="433802"/>
          </a:xfrm>
          <a:prstGeom prst="rect">
            <a:avLst/>
          </a:prstGeom>
          <a:noFill/>
          <a:ln>
            <a:noFill/>
          </a:ln>
        </p:spPr>
        <p:txBody>
          <a:bodyPr anchorCtr="1" anchor="ctr" bIns="23900" lIns="23900" spcFirstLastPara="1" rIns="23900" wrap="square" tIns="23900">
            <a:sp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141414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04800" lvl="1" marL="9144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27" name="Google Shape;127;p30"/>
          <p:cNvSpPr txBox="1"/>
          <p:nvPr>
            <p:ph idx="12" type="sldNum"/>
          </p:nvPr>
        </p:nvSpPr>
        <p:spPr>
          <a:xfrm>
            <a:off x="4449574" y="4878960"/>
            <a:ext cx="235799" cy="217605"/>
          </a:xfrm>
          <a:prstGeom prst="rect">
            <a:avLst/>
          </a:prstGeom>
          <a:noFill/>
          <a:ln>
            <a:noFill/>
          </a:ln>
        </p:spPr>
        <p:txBody>
          <a:bodyPr anchorCtr="1" anchor="t" bIns="23900" lIns="23900" spcFirstLastPara="1" rIns="23900" wrap="square" tIns="23900">
            <a:spAutoFit/>
          </a:bodyPr>
          <a:lstStyle>
            <a:lvl1pPr indent="0" lvl="0" marL="0" marR="0" algn="ctr">
              <a:spcBef>
                <a:spcPts val="0"/>
              </a:spcBef>
              <a:buNone/>
              <a:defRPr sz="1100"/>
            </a:lvl1pPr>
            <a:lvl2pPr indent="0" lvl="1" marL="0" marR="0" algn="ctr">
              <a:spcBef>
                <a:spcPts val="0"/>
              </a:spcBef>
              <a:buNone/>
              <a:defRPr sz="1100"/>
            </a:lvl2pPr>
            <a:lvl3pPr indent="0" lvl="2" marL="0" marR="0" algn="ctr">
              <a:spcBef>
                <a:spcPts val="0"/>
              </a:spcBef>
              <a:buNone/>
              <a:defRPr sz="1100"/>
            </a:lvl3pPr>
            <a:lvl4pPr indent="0" lvl="3" marL="0" marR="0" algn="ctr">
              <a:spcBef>
                <a:spcPts val="0"/>
              </a:spcBef>
              <a:buNone/>
              <a:defRPr sz="1100"/>
            </a:lvl4pPr>
            <a:lvl5pPr indent="0" lvl="4" marL="0" marR="0" algn="ctr">
              <a:spcBef>
                <a:spcPts val="0"/>
              </a:spcBef>
              <a:buNone/>
              <a:defRPr sz="1100"/>
            </a:lvl5pPr>
            <a:lvl6pPr indent="0" lvl="5" marL="0" marR="0" algn="ctr">
              <a:spcBef>
                <a:spcPts val="0"/>
              </a:spcBef>
              <a:buNone/>
              <a:defRPr sz="1100"/>
            </a:lvl6pPr>
            <a:lvl7pPr indent="0" lvl="6" marL="0" marR="0" algn="ctr">
              <a:spcBef>
                <a:spcPts val="0"/>
              </a:spcBef>
              <a:buNone/>
              <a:defRPr sz="1100"/>
            </a:lvl7pPr>
            <a:lvl8pPr indent="0" lvl="7" marL="0" marR="0" algn="ctr">
              <a:spcBef>
                <a:spcPts val="0"/>
              </a:spcBef>
              <a:buNone/>
              <a:defRPr sz="1100"/>
            </a:lvl8pPr>
            <a:lvl9pPr indent="0" lvl="8" marL="0" marR="0" algn="ctr">
              <a:spcBef>
                <a:spcPts val="0"/>
              </a:spcBef>
              <a:buNone/>
              <a:defRPr sz="1100"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6_Quote">
  <p:cSld name="16_Quote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31"/>
          <p:cNvSpPr txBox="1"/>
          <p:nvPr>
            <p:ph idx="1" type="body"/>
          </p:nvPr>
        </p:nvSpPr>
        <p:spPr>
          <a:xfrm>
            <a:off x="892967" y="2214243"/>
            <a:ext cx="7358099" cy="433802"/>
          </a:xfrm>
          <a:prstGeom prst="rect">
            <a:avLst/>
          </a:prstGeom>
          <a:noFill/>
          <a:ln>
            <a:noFill/>
          </a:ln>
        </p:spPr>
        <p:txBody>
          <a:bodyPr anchorCtr="1" anchor="ctr" bIns="23900" lIns="23900" spcFirstLastPara="1" rIns="23900" wrap="square" tIns="23900">
            <a:sp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141414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04800" lvl="1" marL="9144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30" name="Google Shape;130;p31"/>
          <p:cNvSpPr txBox="1"/>
          <p:nvPr>
            <p:ph idx="12" type="sldNum"/>
          </p:nvPr>
        </p:nvSpPr>
        <p:spPr>
          <a:xfrm>
            <a:off x="4449574" y="4878960"/>
            <a:ext cx="235799" cy="217605"/>
          </a:xfrm>
          <a:prstGeom prst="rect">
            <a:avLst/>
          </a:prstGeom>
          <a:noFill/>
          <a:ln>
            <a:noFill/>
          </a:ln>
        </p:spPr>
        <p:txBody>
          <a:bodyPr anchorCtr="1" anchor="t" bIns="23900" lIns="23900" spcFirstLastPara="1" rIns="23900" wrap="square" tIns="23900">
            <a:spAutoFit/>
          </a:bodyPr>
          <a:lstStyle>
            <a:lvl1pPr indent="0" lvl="0" marL="0" marR="0" algn="ctr">
              <a:spcBef>
                <a:spcPts val="0"/>
              </a:spcBef>
              <a:buNone/>
              <a:defRPr sz="1100"/>
            </a:lvl1pPr>
            <a:lvl2pPr indent="0" lvl="1" marL="0" marR="0" algn="ctr">
              <a:spcBef>
                <a:spcPts val="0"/>
              </a:spcBef>
              <a:buNone/>
              <a:defRPr sz="1100"/>
            </a:lvl2pPr>
            <a:lvl3pPr indent="0" lvl="2" marL="0" marR="0" algn="ctr">
              <a:spcBef>
                <a:spcPts val="0"/>
              </a:spcBef>
              <a:buNone/>
              <a:defRPr sz="1100"/>
            </a:lvl3pPr>
            <a:lvl4pPr indent="0" lvl="3" marL="0" marR="0" algn="ctr">
              <a:spcBef>
                <a:spcPts val="0"/>
              </a:spcBef>
              <a:buNone/>
              <a:defRPr sz="1100"/>
            </a:lvl4pPr>
            <a:lvl5pPr indent="0" lvl="4" marL="0" marR="0" algn="ctr">
              <a:spcBef>
                <a:spcPts val="0"/>
              </a:spcBef>
              <a:buNone/>
              <a:defRPr sz="1100"/>
            </a:lvl5pPr>
            <a:lvl6pPr indent="0" lvl="5" marL="0" marR="0" algn="ctr">
              <a:spcBef>
                <a:spcPts val="0"/>
              </a:spcBef>
              <a:buNone/>
              <a:defRPr sz="1100"/>
            </a:lvl6pPr>
            <a:lvl7pPr indent="0" lvl="6" marL="0" marR="0" algn="ctr">
              <a:spcBef>
                <a:spcPts val="0"/>
              </a:spcBef>
              <a:buNone/>
              <a:defRPr sz="1100"/>
            </a:lvl7pPr>
            <a:lvl8pPr indent="0" lvl="7" marL="0" marR="0" algn="ctr">
              <a:spcBef>
                <a:spcPts val="0"/>
              </a:spcBef>
              <a:buNone/>
              <a:defRPr sz="1100"/>
            </a:lvl8pPr>
            <a:lvl9pPr indent="0" lvl="8" marL="0" marR="0" algn="ctr">
              <a:spcBef>
                <a:spcPts val="0"/>
              </a:spcBef>
              <a:buNone/>
              <a:defRPr sz="1100"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7_Quote">
  <p:cSld name="17_Quote"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32"/>
          <p:cNvSpPr txBox="1"/>
          <p:nvPr>
            <p:ph idx="1" type="body"/>
          </p:nvPr>
        </p:nvSpPr>
        <p:spPr>
          <a:xfrm>
            <a:off x="892967" y="2214243"/>
            <a:ext cx="7358099" cy="433802"/>
          </a:xfrm>
          <a:prstGeom prst="rect">
            <a:avLst/>
          </a:prstGeom>
          <a:noFill/>
          <a:ln>
            <a:noFill/>
          </a:ln>
        </p:spPr>
        <p:txBody>
          <a:bodyPr anchorCtr="1" anchor="ctr" bIns="23900" lIns="23900" spcFirstLastPara="1" rIns="23900" wrap="square" tIns="23900">
            <a:sp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141414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04800" lvl="1" marL="9144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33" name="Google Shape;133;p32"/>
          <p:cNvSpPr txBox="1"/>
          <p:nvPr>
            <p:ph idx="12" type="sldNum"/>
          </p:nvPr>
        </p:nvSpPr>
        <p:spPr>
          <a:xfrm>
            <a:off x="4449574" y="4878960"/>
            <a:ext cx="235799" cy="217605"/>
          </a:xfrm>
          <a:prstGeom prst="rect">
            <a:avLst/>
          </a:prstGeom>
          <a:noFill/>
          <a:ln>
            <a:noFill/>
          </a:ln>
        </p:spPr>
        <p:txBody>
          <a:bodyPr anchorCtr="1" anchor="t" bIns="23900" lIns="23900" spcFirstLastPara="1" rIns="23900" wrap="square" tIns="23900">
            <a:spAutoFit/>
          </a:bodyPr>
          <a:lstStyle>
            <a:lvl1pPr indent="0" lvl="0" marL="0" marR="0" algn="ctr">
              <a:spcBef>
                <a:spcPts val="0"/>
              </a:spcBef>
              <a:buNone/>
              <a:defRPr sz="1100"/>
            </a:lvl1pPr>
            <a:lvl2pPr indent="0" lvl="1" marL="0" marR="0" algn="ctr">
              <a:spcBef>
                <a:spcPts val="0"/>
              </a:spcBef>
              <a:buNone/>
              <a:defRPr sz="1100"/>
            </a:lvl2pPr>
            <a:lvl3pPr indent="0" lvl="2" marL="0" marR="0" algn="ctr">
              <a:spcBef>
                <a:spcPts val="0"/>
              </a:spcBef>
              <a:buNone/>
              <a:defRPr sz="1100"/>
            </a:lvl3pPr>
            <a:lvl4pPr indent="0" lvl="3" marL="0" marR="0" algn="ctr">
              <a:spcBef>
                <a:spcPts val="0"/>
              </a:spcBef>
              <a:buNone/>
              <a:defRPr sz="1100"/>
            </a:lvl4pPr>
            <a:lvl5pPr indent="0" lvl="4" marL="0" marR="0" algn="ctr">
              <a:spcBef>
                <a:spcPts val="0"/>
              </a:spcBef>
              <a:buNone/>
              <a:defRPr sz="1100"/>
            </a:lvl5pPr>
            <a:lvl6pPr indent="0" lvl="5" marL="0" marR="0" algn="ctr">
              <a:spcBef>
                <a:spcPts val="0"/>
              </a:spcBef>
              <a:buNone/>
              <a:defRPr sz="1100"/>
            </a:lvl6pPr>
            <a:lvl7pPr indent="0" lvl="6" marL="0" marR="0" algn="ctr">
              <a:spcBef>
                <a:spcPts val="0"/>
              </a:spcBef>
              <a:buNone/>
              <a:defRPr sz="1100"/>
            </a:lvl7pPr>
            <a:lvl8pPr indent="0" lvl="7" marL="0" marR="0" algn="ctr">
              <a:spcBef>
                <a:spcPts val="0"/>
              </a:spcBef>
              <a:buNone/>
              <a:defRPr sz="1100"/>
            </a:lvl8pPr>
            <a:lvl9pPr indent="0" lvl="8" marL="0" marR="0" algn="ctr">
              <a:spcBef>
                <a:spcPts val="0"/>
              </a:spcBef>
              <a:buNone/>
              <a:defRPr sz="1100"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1_Quote">
  <p:cSld name="21_Quote"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33"/>
          <p:cNvSpPr txBox="1"/>
          <p:nvPr>
            <p:ph idx="1" type="body"/>
          </p:nvPr>
        </p:nvSpPr>
        <p:spPr>
          <a:xfrm>
            <a:off x="892967" y="2214243"/>
            <a:ext cx="7358099" cy="433802"/>
          </a:xfrm>
          <a:prstGeom prst="rect">
            <a:avLst/>
          </a:prstGeom>
          <a:noFill/>
          <a:ln>
            <a:noFill/>
          </a:ln>
        </p:spPr>
        <p:txBody>
          <a:bodyPr anchorCtr="1" anchor="ctr" bIns="23900" lIns="23900" spcFirstLastPara="1" rIns="23900" wrap="square" tIns="23900">
            <a:sp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04800" lvl="1" marL="9144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36" name="Google Shape;136;p33"/>
          <p:cNvSpPr txBox="1"/>
          <p:nvPr>
            <p:ph idx="12" type="sldNum"/>
          </p:nvPr>
        </p:nvSpPr>
        <p:spPr>
          <a:xfrm>
            <a:off x="4449574" y="4878960"/>
            <a:ext cx="235799" cy="217605"/>
          </a:xfrm>
          <a:prstGeom prst="rect">
            <a:avLst/>
          </a:prstGeom>
          <a:noFill/>
          <a:ln>
            <a:noFill/>
          </a:ln>
        </p:spPr>
        <p:txBody>
          <a:bodyPr anchorCtr="1" anchor="t" bIns="23900" lIns="23900" spcFirstLastPara="1" rIns="23900" wrap="square" tIns="23900">
            <a:spAutoFit/>
          </a:bodyPr>
          <a:lstStyle>
            <a:lvl1pPr indent="0" lvl="0" marL="0" marR="0" algn="ctr">
              <a:spcBef>
                <a:spcPts val="0"/>
              </a:spcBef>
              <a:buNone/>
              <a:defRPr sz="1100"/>
            </a:lvl1pPr>
            <a:lvl2pPr indent="0" lvl="1" marL="0" marR="0" algn="ctr">
              <a:spcBef>
                <a:spcPts val="0"/>
              </a:spcBef>
              <a:buNone/>
              <a:defRPr sz="1100"/>
            </a:lvl2pPr>
            <a:lvl3pPr indent="0" lvl="2" marL="0" marR="0" algn="ctr">
              <a:spcBef>
                <a:spcPts val="0"/>
              </a:spcBef>
              <a:buNone/>
              <a:defRPr sz="1100"/>
            </a:lvl3pPr>
            <a:lvl4pPr indent="0" lvl="3" marL="0" marR="0" algn="ctr">
              <a:spcBef>
                <a:spcPts val="0"/>
              </a:spcBef>
              <a:buNone/>
              <a:defRPr sz="1100"/>
            </a:lvl4pPr>
            <a:lvl5pPr indent="0" lvl="4" marL="0" marR="0" algn="ctr">
              <a:spcBef>
                <a:spcPts val="0"/>
              </a:spcBef>
              <a:buNone/>
              <a:defRPr sz="1100"/>
            </a:lvl5pPr>
            <a:lvl6pPr indent="0" lvl="5" marL="0" marR="0" algn="ctr">
              <a:spcBef>
                <a:spcPts val="0"/>
              </a:spcBef>
              <a:buNone/>
              <a:defRPr sz="1100"/>
            </a:lvl6pPr>
            <a:lvl7pPr indent="0" lvl="6" marL="0" marR="0" algn="ctr">
              <a:spcBef>
                <a:spcPts val="0"/>
              </a:spcBef>
              <a:buNone/>
              <a:defRPr sz="1100"/>
            </a:lvl7pPr>
            <a:lvl8pPr indent="0" lvl="7" marL="0" marR="0" algn="ctr">
              <a:spcBef>
                <a:spcPts val="0"/>
              </a:spcBef>
              <a:buNone/>
              <a:defRPr sz="1100"/>
            </a:lvl8pPr>
            <a:lvl9pPr indent="0" lvl="8" marL="0" marR="0" algn="ctr">
              <a:spcBef>
                <a:spcPts val="0"/>
              </a:spcBef>
              <a:buNone/>
              <a:defRPr sz="1100"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2_Quote">
  <p:cSld name="22_Quote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34"/>
          <p:cNvSpPr txBox="1"/>
          <p:nvPr>
            <p:ph idx="1" type="body"/>
          </p:nvPr>
        </p:nvSpPr>
        <p:spPr>
          <a:xfrm>
            <a:off x="892967" y="2214243"/>
            <a:ext cx="7358099" cy="433802"/>
          </a:xfrm>
          <a:prstGeom prst="rect">
            <a:avLst/>
          </a:prstGeom>
          <a:noFill/>
          <a:ln>
            <a:noFill/>
          </a:ln>
        </p:spPr>
        <p:txBody>
          <a:bodyPr anchorCtr="1" anchor="ctr" bIns="23900" lIns="23900" spcFirstLastPara="1" rIns="23900" wrap="square" tIns="23900">
            <a:sp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04800" lvl="1" marL="9144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39" name="Google Shape;139;p34"/>
          <p:cNvSpPr txBox="1"/>
          <p:nvPr>
            <p:ph idx="12" type="sldNum"/>
          </p:nvPr>
        </p:nvSpPr>
        <p:spPr>
          <a:xfrm>
            <a:off x="4449574" y="4878960"/>
            <a:ext cx="235799" cy="217605"/>
          </a:xfrm>
          <a:prstGeom prst="rect">
            <a:avLst/>
          </a:prstGeom>
          <a:noFill/>
          <a:ln>
            <a:noFill/>
          </a:ln>
        </p:spPr>
        <p:txBody>
          <a:bodyPr anchorCtr="1" anchor="t" bIns="23900" lIns="23900" spcFirstLastPara="1" rIns="23900" wrap="square" tIns="23900">
            <a:spAutoFit/>
          </a:bodyPr>
          <a:lstStyle>
            <a:lvl1pPr indent="0" lvl="0" marL="0" marR="0" algn="ctr">
              <a:spcBef>
                <a:spcPts val="0"/>
              </a:spcBef>
              <a:buNone/>
              <a:defRPr sz="1100"/>
            </a:lvl1pPr>
            <a:lvl2pPr indent="0" lvl="1" marL="0" marR="0" algn="ctr">
              <a:spcBef>
                <a:spcPts val="0"/>
              </a:spcBef>
              <a:buNone/>
              <a:defRPr sz="1100"/>
            </a:lvl2pPr>
            <a:lvl3pPr indent="0" lvl="2" marL="0" marR="0" algn="ctr">
              <a:spcBef>
                <a:spcPts val="0"/>
              </a:spcBef>
              <a:buNone/>
              <a:defRPr sz="1100"/>
            </a:lvl3pPr>
            <a:lvl4pPr indent="0" lvl="3" marL="0" marR="0" algn="ctr">
              <a:spcBef>
                <a:spcPts val="0"/>
              </a:spcBef>
              <a:buNone/>
              <a:defRPr sz="1100"/>
            </a:lvl4pPr>
            <a:lvl5pPr indent="0" lvl="4" marL="0" marR="0" algn="ctr">
              <a:spcBef>
                <a:spcPts val="0"/>
              </a:spcBef>
              <a:buNone/>
              <a:defRPr sz="1100"/>
            </a:lvl5pPr>
            <a:lvl6pPr indent="0" lvl="5" marL="0" marR="0" algn="ctr">
              <a:spcBef>
                <a:spcPts val="0"/>
              </a:spcBef>
              <a:buNone/>
              <a:defRPr sz="1100"/>
            </a:lvl6pPr>
            <a:lvl7pPr indent="0" lvl="6" marL="0" marR="0" algn="ctr">
              <a:spcBef>
                <a:spcPts val="0"/>
              </a:spcBef>
              <a:buNone/>
              <a:defRPr sz="1100"/>
            </a:lvl7pPr>
            <a:lvl8pPr indent="0" lvl="7" marL="0" marR="0" algn="ctr">
              <a:spcBef>
                <a:spcPts val="0"/>
              </a:spcBef>
              <a:buNone/>
              <a:defRPr sz="1100"/>
            </a:lvl8pPr>
            <a:lvl9pPr indent="0" lvl="8" marL="0" marR="0" algn="ctr">
              <a:spcBef>
                <a:spcPts val="0"/>
              </a:spcBef>
              <a:buNone/>
              <a:defRPr sz="1100"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3_Quote">
  <p:cSld name="23_Quote"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35"/>
          <p:cNvSpPr txBox="1"/>
          <p:nvPr>
            <p:ph idx="1" type="body"/>
          </p:nvPr>
        </p:nvSpPr>
        <p:spPr>
          <a:xfrm>
            <a:off x="892967" y="2214243"/>
            <a:ext cx="7358099" cy="433802"/>
          </a:xfrm>
          <a:prstGeom prst="rect">
            <a:avLst/>
          </a:prstGeom>
          <a:noFill/>
          <a:ln>
            <a:noFill/>
          </a:ln>
        </p:spPr>
        <p:txBody>
          <a:bodyPr anchorCtr="1" anchor="ctr" bIns="23900" lIns="23900" spcFirstLastPara="1" rIns="23900" wrap="square" tIns="23900">
            <a:sp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04800" lvl="1" marL="9144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42" name="Google Shape;142;p35"/>
          <p:cNvSpPr txBox="1"/>
          <p:nvPr>
            <p:ph idx="12" type="sldNum"/>
          </p:nvPr>
        </p:nvSpPr>
        <p:spPr>
          <a:xfrm>
            <a:off x="4449574" y="4878960"/>
            <a:ext cx="235799" cy="217605"/>
          </a:xfrm>
          <a:prstGeom prst="rect">
            <a:avLst/>
          </a:prstGeom>
          <a:noFill/>
          <a:ln>
            <a:noFill/>
          </a:ln>
        </p:spPr>
        <p:txBody>
          <a:bodyPr anchorCtr="1" anchor="t" bIns="23900" lIns="23900" spcFirstLastPara="1" rIns="23900" wrap="square" tIns="23900">
            <a:spAutoFit/>
          </a:bodyPr>
          <a:lstStyle>
            <a:lvl1pPr indent="0" lvl="0" marL="0" marR="0" algn="ctr">
              <a:spcBef>
                <a:spcPts val="0"/>
              </a:spcBef>
              <a:buNone/>
              <a:defRPr sz="1100"/>
            </a:lvl1pPr>
            <a:lvl2pPr indent="0" lvl="1" marL="0" marR="0" algn="ctr">
              <a:spcBef>
                <a:spcPts val="0"/>
              </a:spcBef>
              <a:buNone/>
              <a:defRPr sz="1100"/>
            </a:lvl2pPr>
            <a:lvl3pPr indent="0" lvl="2" marL="0" marR="0" algn="ctr">
              <a:spcBef>
                <a:spcPts val="0"/>
              </a:spcBef>
              <a:buNone/>
              <a:defRPr sz="1100"/>
            </a:lvl3pPr>
            <a:lvl4pPr indent="0" lvl="3" marL="0" marR="0" algn="ctr">
              <a:spcBef>
                <a:spcPts val="0"/>
              </a:spcBef>
              <a:buNone/>
              <a:defRPr sz="1100"/>
            </a:lvl4pPr>
            <a:lvl5pPr indent="0" lvl="4" marL="0" marR="0" algn="ctr">
              <a:spcBef>
                <a:spcPts val="0"/>
              </a:spcBef>
              <a:buNone/>
              <a:defRPr sz="1100"/>
            </a:lvl5pPr>
            <a:lvl6pPr indent="0" lvl="5" marL="0" marR="0" algn="ctr">
              <a:spcBef>
                <a:spcPts val="0"/>
              </a:spcBef>
              <a:buNone/>
              <a:defRPr sz="1100"/>
            </a:lvl6pPr>
            <a:lvl7pPr indent="0" lvl="6" marL="0" marR="0" algn="ctr">
              <a:spcBef>
                <a:spcPts val="0"/>
              </a:spcBef>
              <a:buNone/>
              <a:defRPr sz="1100"/>
            </a:lvl7pPr>
            <a:lvl8pPr indent="0" lvl="7" marL="0" marR="0" algn="ctr">
              <a:spcBef>
                <a:spcPts val="0"/>
              </a:spcBef>
              <a:buNone/>
              <a:defRPr sz="1100"/>
            </a:lvl8pPr>
            <a:lvl9pPr indent="0" lvl="8" marL="0" marR="0" algn="ctr">
              <a:spcBef>
                <a:spcPts val="0"/>
              </a:spcBef>
              <a:buNone/>
              <a:defRPr sz="1100"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5_Quote">
  <p:cSld name="25_Quote"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36"/>
          <p:cNvSpPr txBox="1"/>
          <p:nvPr>
            <p:ph idx="1" type="body"/>
          </p:nvPr>
        </p:nvSpPr>
        <p:spPr>
          <a:xfrm>
            <a:off x="892967" y="2214243"/>
            <a:ext cx="7358099" cy="433802"/>
          </a:xfrm>
          <a:prstGeom prst="rect">
            <a:avLst/>
          </a:prstGeom>
          <a:noFill/>
          <a:ln>
            <a:noFill/>
          </a:ln>
        </p:spPr>
        <p:txBody>
          <a:bodyPr anchorCtr="1" anchor="ctr" bIns="23900" lIns="23900" spcFirstLastPara="1" rIns="23900" wrap="square" tIns="23900">
            <a:sp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04800" lvl="1" marL="9144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45" name="Google Shape;145;p36"/>
          <p:cNvSpPr txBox="1"/>
          <p:nvPr>
            <p:ph idx="12" type="sldNum"/>
          </p:nvPr>
        </p:nvSpPr>
        <p:spPr>
          <a:xfrm>
            <a:off x="4449574" y="4878960"/>
            <a:ext cx="235799" cy="217605"/>
          </a:xfrm>
          <a:prstGeom prst="rect">
            <a:avLst/>
          </a:prstGeom>
          <a:noFill/>
          <a:ln>
            <a:noFill/>
          </a:ln>
        </p:spPr>
        <p:txBody>
          <a:bodyPr anchorCtr="1" anchor="t" bIns="23900" lIns="23900" spcFirstLastPara="1" rIns="23900" wrap="square" tIns="23900">
            <a:spAutoFit/>
          </a:bodyPr>
          <a:lstStyle>
            <a:lvl1pPr indent="0" lvl="0" marL="0" marR="0" algn="ctr">
              <a:spcBef>
                <a:spcPts val="0"/>
              </a:spcBef>
              <a:buNone/>
              <a:defRPr sz="1100"/>
            </a:lvl1pPr>
            <a:lvl2pPr indent="0" lvl="1" marL="0" marR="0" algn="ctr">
              <a:spcBef>
                <a:spcPts val="0"/>
              </a:spcBef>
              <a:buNone/>
              <a:defRPr sz="1100"/>
            </a:lvl2pPr>
            <a:lvl3pPr indent="0" lvl="2" marL="0" marR="0" algn="ctr">
              <a:spcBef>
                <a:spcPts val="0"/>
              </a:spcBef>
              <a:buNone/>
              <a:defRPr sz="1100"/>
            </a:lvl3pPr>
            <a:lvl4pPr indent="0" lvl="3" marL="0" marR="0" algn="ctr">
              <a:spcBef>
                <a:spcPts val="0"/>
              </a:spcBef>
              <a:buNone/>
              <a:defRPr sz="1100"/>
            </a:lvl4pPr>
            <a:lvl5pPr indent="0" lvl="4" marL="0" marR="0" algn="ctr">
              <a:spcBef>
                <a:spcPts val="0"/>
              </a:spcBef>
              <a:buNone/>
              <a:defRPr sz="1100"/>
            </a:lvl5pPr>
            <a:lvl6pPr indent="0" lvl="5" marL="0" marR="0" algn="ctr">
              <a:spcBef>
                <a:spcPts val="0"/>
              </a:spcBef>
              <a:buNone/>
              <a:defRPr sz="1100"/>
            </a:lvl6pPr>
            <a:lvl7pPr indent="0" lvl="6" marL="0" marR="0" algn="ctr">
              <a:spcBef>
                <a:spcPts val="0"/>
              </a:spcBef>
              <a:buNone/>
              <a:defRPr sz="1100"/>
            </a:lvl7pPr>
            <a:lvl8pPr indent="0" lvl="7" marL="0" marR="0" algn="ctr">
              <a:spcBef>
                <a:spcPts val="0"/>
              </a:spcBef>
              <a:buNone/>
              <a:defRPr sz="1100"/>
            </a:lvl8pPr>
            <a:lvl9pPr indent="0" lvl="8" marL="0" marR="0" algn="ctr">
              <a:spcBef>
                <a:spcPts val="0"/>
              </a:spcBef>
              <a:buNone/>
              <a:defRPr sz="1100"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6_Quote">
  <p:cSld name="26_Quote"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37"/>
          <p:cNvSpPr txBox="1"/>
          <p:nvPr>
            <p:ph idx="1" type="body"/>
          </p:nvPr>
        </p:nvSpPr>
        <p:spPr>
          <a:xfrm>
            <a:off x="892967" y="2214243"/>
            <a:ext cx="7358099" cy="433802"/>
          </a:xfrm>
          <a:prstGeom prst="rect">
            <a:avLst/>
          </a:prstGeom>
          <a:noFill/>
          <a:ln>
            <a:noFill/>
          </a:ln>
        </p:spPr>
        <p:txBody>
          <a:bodyPr anchorCtr="1" anchor="ctr" bIns="23900" lIns="23900" spcFirstLastPara="1" rIns="23900" wrap="square" tIns="23900">
            <a:sp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04800" lvl="1" marL="9144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48" name="Google Shape;148;p37"/>
          <p:cNvSpPr txBox="1"/>
          <p:nvPr>
            <p:ph idx="12" type="sldNum"/>
          </p:nvPr>
        </p:nvSpPr>
        <p:spPr>
          <a:xfrm>
            <a:off x="4449574" y="4878960"/>
            <a:ext cx="235799" cy="217605"/>
          </a:xfrm>
          <a:prstGeom prst="rect">
            <a:avLst/>
          </a:prstGeom>
          <a:noFill/>
          <a:ln>
            <a:noFill/>
          </a:ln>
        </p:spPr>
        <p:txBody>
          <a:bodyPr anchorCtr="1" anchor="t" bIns="23900" lIns="23900" spcFirstLastPara="1" rIns="23900" wrap="square" tIns="23900">
            <a:spAutoFit/>
          </a:bodyPr>
          <a:lstStyle>
            <a:lvl1pPr indent="0" lvl="0" marL="0" marR="0" algn="ctr">
              <a:spcBef>
                <a:spcPts val="0"/>
              </a:spcBef>
              <a:buNone/>
              <a:defRPr sz="1100"/>
            </a:lvl1pPr>
            <a:lvl2pPr indent="0" lvl="1" marL="0" marR="0" algn="ctr">
              <a:spcBef>
                <a:spcPts val="0"/>
              </a:spcBef>
              <a:buNone/>
              <a:defRPr sz="1100"/>
            </a:lvl2pPr>
            <a:lvl3pPr indent="0" lvl="2" marL="0" marR="0" algn="ctr">
              <a:spcBef>
                <a:spcPts val="0"/>
              </a:spcBef>
              <a:buNone/>
              <a:defRPr sz="1100"/>
            </a:lvl3pPr>
            <a:lvl4pPr indent="0" lvl="3" marL="0" marR="0" algn="ctr">
              <a:spcBef>
                <a:spcPts val="0"/>
              </a:spcBef>
              <a:buNone/>
              <a:defRPr sz="1100"/>
            </a:lvl4pPr>
            <a:lvl5pPr indent="0" lvl="4" marL="0" marR="0" algn="ctr">
              <a:spcBef>
                <a:spcPts val="0"/>
              </a:spcBef>
              <a:buNone/>
              <a:defRPr sz="1100"/>
            </a:lvl5pPr>
            <a:lvl6pPr indent="0" lvl="5" marL="0" marR="0" algn="ctr">
              <a:spcBef>
                <a:spcPts val="0"/>
              </a:spcBef>
              <a:buNone/>
              <a:defRPr sz="1100"/>
            </a:lvl6pPr>
            <a:lvl7pPr indent="0" lvl="6" marL="0" marR="0" algn="ctr">
              <a:spcBef>
                <a:spcPts val="0"/>
              </a:spcBef>
              <a:buNone/>
              <a:defRPr sz="1100"/>
            </a:lvl7pPr>
            <a:lvl8pPr indent="0" lvl="7" marL="0" marR="0" algn="ctr">
              <a:spcBef>
                <a:spcPts val="0"/>
              </a:spcBef>
              <a:buNone/>
              <a:defRPr sz="1100"/>
            </a:lvl8pPr>
            <a:lvl9pPr indent="0" lvl="8" marL="0" marR="0" algn="ctr">
              <a:spcBef>
                <a:spcPts val="0"/>
              </a:spcBef>
              <a:buNone/>
              <a:defRPr sz="1100"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7_Quote">
  <p:cSld name="27_Quote"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38"/>
          <p:cNvSpPr txBox="1"/>
          <p:nvPr>
            <p:ph idx="1" type="body"/>
          </p:nvPr>
        </p:nvSpPr>
        <p:spPr>
          <a:xfrm>
            <a:off x="892967" y="2214243"/>
            <a:ext cx="7358099" cy="433802"/>
          </a:xfrm>
          <a:prstGeom prst="rect">
            <a:avLst/>
          </a:prstGeom>
          <a:noFill/>
          <a:ln>
            <a:noFill/>
          </a:ln>
        </p:spPr>
        <p:txBody>
          <a:bodyPr anchorCtr="1" anchor="ctr" bIns="23900" lIns="23900" spcFirstLastPara="1" rIns="23900" wrap="square" tIns="23900">
            <a:sp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04800" lvl="1" marL="9144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51" name="Google Shape;151;p38"/>
          <p:cNvSpPr txBox="1"/>
          <p:nvPr>
            <p:ph idx="12" type="sldNum"/>
          </p:nvPr>
        </p:nvSpPr>
        <p:spPr>
          <a:xfrm>
            <a:off x="4449574" y="4878960"/>
            <a:ext cx="235799" cy="217605"/>
          </a:xfrm>
          <a:prstGeom prst="rect">
            <a:avLst/>
          </a:prstGeom>
          <a:noFill/>
          <a:ln>
            <a:noFill/>
          </a:ln>
        </p:spPr>
        <p:txBody>
          <a:bodyPr anchorCtr="1" anchor="t" bIns="23900" lIns="23900" spcFirstLastPara="1" rIns="23900" wrap="square" tIns="23900">
            <a:spAutoFit/>
          </a:bodyPr>
          <a:lstStyle>
            <a:lvl1pPr indent="0" lvl="0" marL="0" marR="0" algn="ctr">
              <a:spcBef>
                <a:spcPts val="0"/>
              </a:spcBef>
              <a:buNone/>
              <a:defRPr sz="1100"/>
            </a:lvl1pPr>
            <a:lvl2pPr indent="0" lvl="1" marL="0" marR="0" algn="ctr">
              <a:spcBef>
                <a:spcPts val="0"/>
              </a:spcBef>
              <a:buNone/>
              <a:defRPr sz="1100"/>
            </a:lvl2pPr>
            <a:lvl3pPr indent="0" lvl="2" marL="0" marR="0" algn="ctr">
              <a:spcBef>
                <a:spcPts val="0"/>
              </a:spcBef>
              <a:buNone/>
              <a:defRPr sz="1100"/>
            </a:lvl3pPr>
            <a:lvl4pPr indent="0" lvl="3" marL="0" marR="0" algn="ctr">
              <a:spcBef>
                <a:spcPts val="0"/>
              </a:spcBef>
              <a:buNone/>
              <a:defRPr sz="1100"/>
            </a:lvl4pPr>
            <a:lvl5pPr indent="0" lvl="4" marL="0" marR="0" algn="ctr">
              <a:spcBef>
                <a:spcPts val="0"/>
              </a:spcBef>
              <a:buNone/>
              <a:defRPr sz="1100"/>
            </a:lvl5pPr>
            <a:lvl6pPr indent="0" lvl="5" marL="0" marR="0" algn="ctr">
              <a:spcBef>
                <a:spcPts val="0"/>
              </a:spcBef>
              <a:buNone/>
              <a:defRPr sz="1100"/>
            </a:lvl6pPr>
            <a:lvl7pPr indent="0" lvl="6" marL="0" marR="0" algn="ctr">
              <a:spcBef>
                <a:spcPts val="0"/>
              </a:spcBef>
              <a:buNone/>
              <a:defRPr sz="1100"/>
            </a:lvl7pPr>
            <a:lvl8pPr indent="0" lvl="7" marL="0" marR="0" algn="ctr">
              <a:spcBef>
                <a:spcPts val="0"/>
              </a:spcBef>
              <a:buNone/>
              <a:defRPr sz="1100"/>
            </a:lvl8pPr>
            <a:lvl9pPr indent="0" lvl="8" marL="0" marR="0" algn="ctr">
              <a:spcBef>
                <a:spcPts val="0"/>
              </a:spcBef>
              <a:buNone/>
              <a:defRPr sz="1100"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39"/>
          <p:cNvSpPr txBox="1"/>
          <p:nvPr>
            <p:ph type="title"/>
          </p:nvPr>
        </p:nvSpPr>
        <p:spPr>
          <a:xfrm>
            <a:off x="0" y="0"/>
            <a:ext cx="225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600"/>
              <a:buFont typeface="Roboto"/>
              <a:buNone/>
              <a:defRPr b="1" i="0" sz="1600" u="none" cap="none" strike="noStrike">
                <a:solidFill>
                  <a:srgbClr val="141414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154" name="Google Shape;154;p39"/>
          <p:cNvSpPr txBox="1"/>
          <p:nvPr>
            <p:ph idx="1" type="body"/>
          </p:nvPr>
        </p:nvSpPr>
        <p:spPr>
          <a:xfrm>
            <a:off x="0" y="0"/>
            <a:ext cx="225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04800" lvl="1" marL="914400" marR="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55" name="Google Shape;155;p39"/>
          <p:cNvSpPr txBox="1"/>
          <p:nvPr>
            <p:ph idx="11" type="ftr"/>
          </p:nvPr>
        </p:nvSpPr>
        <p:spPr>
          <a:xfrm>
            <a:off x="0" y="0"/>
            <a:ext cx="225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1400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56" name="Google Shape;156;p39"/>
          <p:cNvSpPr txBox="1"/>
          <p:nvPr>
            <p:ph idx="10" type="dt"/>
          </p:nvPr>
        </p:nvSpPr>
        <p:spPr>
          <a:xfrm>
            <a:off x="0" y="0"/>
            <a:ext cx="225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57" name="Google Shape;157;p39"/>
          <p:cNvSpPr txBox="1"/>
          <p:nvPr>
            <p:ph idx="12" type="sldNum"/>
          </p:nvPr>
        </p:nvSpPr>
        <p:spPr>
          <a:xfrm>
            <a:off x="8501063" y="4686895"/>
            <a:ext cx="310753" cy="1565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101600" marR="0" algn="r">
              <a:lnSpc>
                <a:spcPct val="118076"/>
              </a:lnSpc>
              <a:spcBef>
                <a:spcPts val="0"/>
              </a:spcBef>
              <a:buNone/>
              <a:defRPr b="0" i="0" sz="10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101600" marR="0" algn="r">
              <a:lnSpc>
                <a:spcPct val="118076"/>
              </a:lnSpc>
              <a:spcBef>
                <a:spcPts val="0"/>
              </a:spcBef>
              <a:buNone/>
              <a:defRPr b="0" i="0" sz="10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101600" marR="0" algn="r">
              <a:lnSpc>
                <a:spcPct val="118076"/>
              </a:lnSpc>
              <a:spcBef>
                <a:spcPts val="0"/>
              </a:spcBef>
              <a:buNone/>
              <a:defRPr b="0" i="0" sz="10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01600" marR="0" algn="r">
              <a:lnSpc>
                <a:spcPct val="118076"/>
              </a:lnSpc>
              <a:spcBef>
                <a:spcPts val="0"/>
              </a:spcBef>
              <a:buNone/>
              <a:defRPr b="0" i="0" sz="10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01600" marR="0" algn="r">
              <a:lnSpc>
                <a:spcPct val="118076"/>
              </a:lnSpc>
              <a:spcBef>
                <a:spcPts val="0"/>
              </a:spcBef>
              <a:buNone/>
              <a:defRPr b="0" i="0" sz="10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101600" marR="0" algn="r">
              <a:lnSpc>
                <a:spcPct val="118076"/>
              </a:lnSpc>
              <a:spcBef>
                <a:spcPts val="0"/>
              </a:spcBef>
              <a:buNone/>
              <a:defRPr b="0" i="0" sz="10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101600" marR="0" algn="r">
              <a:lnSpc>
                <a:spcPct val="118076"/>
              </a:lnSpc>
              <a:spcBef>
                <a:spcPts val="0"/>
              </a:spcBef>
              <a:buNone/>
              <a:defRPr b="0" i="0" sz="10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101600" marR="0" algn="r">
              <a:lnSpc>
                <a:spcPct val="118076"/>
              </a:lnSpc>
              <a:spcBef>
                <a:spcPts val="0"/>
              </a:spcBef>
              <a:buNone/>
              <a:defRPr b="0" i="0" sz="10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101600" marR="0" algn="r">
              <a:lnSpc>
                <a:spcPct val="118076"/>
              </a:lnSpc>
              <a:spcBef>
                <a:spcPts val="0"/>
              </a:spcBef>
              <a:buNone/>
              <a:defRPr b="0" i="0" sz="10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10160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_Title &amp; Text ">
  <p:cSld name="7_Title &amp; Text "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40"/>
          <p:cNvSpPr txBox="1"/>
          <p:nvPr>
            <p:ph idx="12" type="sldNum"/>
          </p:nvPr>
        </p:nvSpPr>
        <p:spPr>
          <a:xfrm>
            <a:off x="8501063" y="4686895"/>
            <a:ext cx="310753" cy="1565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60" name="Google Shape;160;p40"/>
          <p:cNvSpPr txBox="1"/>
          <p:nvPr>
            <p:ph idx="1" type="body"/>
          </p:nvPr>
        </p:nvSpPr>
        <p:spPr>
          <a:xfrm>
            <a:off x="294640" y="885763"/>
            <a:ext cx="8517176" cy="365766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04800" lvl="1" marL="914400" marR="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61" name="Google Shape;161;p40"/>
          <p:cNvSpPr txBox="1"/>
          <p:nvPr>
            <p:ph idx="2" type="body"/>
          </p:nvPr>
        </p:nvSpPr>
        <p:spPr>
          <a:xfrm>
            <a:off x="294640" y="219688"/>
            <a:ext cx="6927502" cy="47314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marR="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cxnSp>
        <p:nvCxnSpPr>
          <p:cNvPr id="162" name="Google Shape;162;p40"/>
          <p:cNvCxnSpPr/>
          <p:nvPr/>
        </p:nvCxnSpPr>
        <p:spPr>
          <a:xfrm>
            <a:off x="294640" y="692836"/>
            <a:ext cx="6927502" cy="0"/>
          </a:xfrm>
          <a:prstGeom prst="straightConnector1">
            <a:avLst/>
          </a:prstGeom>
          <a:noFill/>
          <a:ln cap="flat" cmpd="sng" w="28575">
            <a:solidFill>
              <a:srgbClr val="00569F"/>
            </a:solidFill>
            <a:prstDash val="solid"/>
            <a:miter lim="8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Title &amp; Text ">
  <p:cSld name="4_Title &amp; Text "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41"/>
          <p:cNvSpPr txBox="1"/>
          <p:nvPr>
            <p:ph idx="12" type="sldNum"/>
          </p:nvPr>
        </p:nvSpPr>
        <p:spPr>
          <a:xfrm>
            <a:off x="8501063" y="4686895"/>
            <a:ext cx="310753" cy="1565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65" name="Google Shape;165;p41"/>
          <p:cNvSpPr txBox="1"/>
          <p:nvPr>
            <p:ph idx="1" type="body"/>
          </p:nvPr>
        </p:nvSpPr>
        <p:spPr>
          <a:xfrm>
            <a:off x="294640" y="885763"/>
            <a:ext cx="8517176" cy="365766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04800" lvl="1" marL="914400" marR="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66" name="Google Shape;166;p41"/>
          <p:cNvSpPr txBox="1"/>
          <p:nvPr>
            <p:ph idx="2" type="body"/>
          </p:nvPr>
        </p:nvSpPr>
        <p:spPr>
          <a:xfrm>
            <a:off x="294640" y="219688"/>
            <a:ext cx="6927502" cy="47314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marR="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cxnSp>
        <p:nvCxnSpPr>
          <p:cNvPr id="167" name="Google Shape;167;p41"/>
          <p:cNvCxnSpPr/>
          <p:nvPr/>
        </p:nvCxnSpPr>
        <p:spPr>
          <a:xfrm>
            <a:off x="294640" y="692836"/>
            <a:ext cx="6927502" cy="0"/>
          </a:xfrm>
          <a:prstGeom prst="straightConnector1">
            <a:avLst/>
          </a:prstGeom>
          <a:noFill/>
          <a:ln cap="flat" cmpd="sng" w="28575">
            <a:solidFill>
              <a:srgbClr val="00569F"/>
            </a:solidFill>
            <a:prstDash val="solid"/>
            <a:miter lim="8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42"/>
          <p:cNvSpPr txBox="1"/>
          <p:nvPr>
            <p:ph idx="10" type="dt"/>
          </p:nvPr>
        </p:nvSpPr>
        <p:spPr>
          <a:xfrm>
            <a:off x="0" y="0"/>
            <a:ext cx="225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70" name="Google Shape;170;p42"/>
          <p:cNvSpPr txBox="1"/>
          <p:nvPr>
            <p:ph idx="11" type="ftr"/>
          </p:nvPr>
        </p:nvSpPr>
        <p:spPr>
          <a:xfrm>
            <a:off x="0" y="0"/>
            <a:ext cx="225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71" name="Google Shape;171;p42"/>
          <p:cNvSpPr txBox="1"/>
          <p:nvPr>
            <p:ph idx="12" type="sldNum"/>
          </p:nvPr>
        </p:nvSpPr>
        <p:spPr>
          <a:xfrm>
            <a:off x="8501063" y="4686895"/>
            <a:ext cx="310753" cy="1565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30.xml"/><Relationship Id="rId22" Type="http://schemas.openxmlformats.org/officeDocument/2006/relationships/slideLayout" Target="../slideLayouts/slideLayout32.xml"/><Relationship Id="rId21" Type="http://schemas.openxmlformats.org/officeDocument/2006/relationships/slideLayout" Target="../slideLayouts/slideLayout31.xml"/><Relationship Id="rId24" Type="http://schemas.openxmlformats.org/officeDocument/2006/relationships/slideLayout" Target="../slideLayouts/slideLayout34.xml"/><Relationship Id="rId23" Type="http://schemas.openxmlformats.org/officeDocument/2006/relationships/slideLayout" Target="../slideLayouts/slideLayout33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Relationship Id="rId26" Type="http://schemas.openxmlformats.org/officeDocument/2006/relationships/slideLayout" Target="../slideLayouts/slideLayout36.xml"/><Relationship Id="rId25" Type="http://schemas.openxmlformats.org/officeDocument/2006/relationships/slideLayout" Target="../slideLayouts/slideLayout35.xml"/><Relationship Id="rId28" Type="http://schemas.openxmlformats.org/officeDocument/2006/relationships/slideLayout" Target="../slideLayouts/slideLayout38.xml"/><Relationship Id="rId27" Type="http://schemas.openxmlformats.org/officeDocument/2006/relationships/slideLayout" Target="../slideLayouts/slideLayout37.xml"/><Relationship Id="rId5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39.xml"/><Relationship Id="rId7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8.xml"/><Relationship Id="rId31" Type="http://schemas.openxmlformats.org/officeDocument/2006/relationships/theme" Target="../theme/theme3.xml"/><Relationship Id="rId30" Type="http://schemas.openxmlformats.org/officeDocument/2006/relationships/slideLayout" Target="../slideLayouts/slideLayout40.xml"/><Relationship Id="rId11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3.xml"/><Relationship Id="rId12" Type="http://schemas.openxmlformats.org/officeDocument/2006/relationships/slideLayout" Target="../slideLayouts/slideLayout22.xml"/><Relationship Id="rId15" Type="http://schemas.openxmlformats.org/officeDocument/2006/relationships/slideLayout" Target="../slideLayouts/slideLayout25.xml"/><Relationship Id="rId14" Type="http://schemas.openxmlformats.org/officeDocument/2006/relationships/slideLayout" Target="../slideLayouts/slideLayout24.xml"/><Relationship Id="rId17" Type="http://schemas.openxmlformats.org/officeDocument/2006/relationships/slideLayout" Target="../slideLayouts/slideLayout27.xml"/><Relationship Id="rId16" Type="http://schemas.openxmlformats.org/officeDocument/2006/relationships/slideLayout" Target="../slideLayouts/slideLayout26.xml"/><Relationship Id="rId19" Type="http://schemas.openxmlformats.org/officeDocument/2006/relationships/slideLayout" Target="../slideLayouts/slideLayout29.xml"/><Relationship Id="rId18" Type="http://schemas.openxmlformats.org/officeDocument/2006/relationships/slideLayout" Target="../slideLayouts/slideLayout2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idx="12" type="sldNum"/>
          </p:nvPr>
        </p:nvSpPr>
        <p:spPr>
          <a:xfrm>
            <a:off x="8501063" y="4686895"/>
            <a:ext cx="310753" cy="1565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52" name="Google Shape;52;p13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7251988" y="0"/>
            <a:ext cx="1892012" cy="721359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  <p:sldLayoutId id="2147483669" r:id="rId12"/>
    <p:sldLayoutId id="2147483670" r:id="rId13"/>
    <p:sldLayoutId id="2147483671" r:id="rId14"/>
    <p:sldLayoutId id="2147483672" r:id="rId15"/>
    <p:sldLayoutId id="2147483673" r:id="rId16"/>
    <p:sldLayoutId id="2147483674" r:id="rId17"/>
    <p:sldLayoutId id="2147483675" r:id="rId18"/>
    <p:sldLayoutId id="2147483676" r:id="rId19"/>
    <p:sldLayoutId id="2147483677" r:id="rId20"/>
    <p:sldLayoutId id="2147483678" r:id="rId21"/>
    <p:sldLayoutId id="2147483679" r:id="rId22"/>
    <p:sldLayoutId id="2147483680" r:id="rId23"/>
    <p:sldLayoutId id="2147483681" r:id="rId24"/>
    <p:sldLayoutId id="2147483682" r:id="rId25"/>
    <p:sldLayoutId id="2147483683" r:id="rId26"/>
    <p:sldLayoutId id="2147483684" r:id="rId27"/>
    <p:sldLayoutId id="2147483685" r:id="rId28"/>
    <p:sldLayoutId id="2147483686" r:id="rId29"/>
    <p:sldLayoutId id="2147483687" r:id="rId3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956">
          <p15:clr>
            <a:srgbClr val="F26B43"/>
          </p15:clr>
        </p15:guide>
        <p15:guide id="2" pos="2863">
          <p15:clr>
            <a:srgbClr val="F26B43"/>
          </p15:clr>
        </p15:guide>
        <p15:guide id="3" pos="567">
          <p15:clr>
            <a:srgbClr val="F26B43"/>
          </p15:clr>
        </p15:guide>
        <p15:guide id="4" pos="4989">
          <p15:clr>
            <a:srgbClr val="F26B43"/>
          </p15:clr>
        </p15:guide>
        <p15:guide id="5" pos="2693">
          <p15:clr>
            <a:srgbClr val="F26B43"/>
          </p15:clr>
        </p15:guide>
        <p15:guide id="6" pos="5551">
          <p15:clr>
            <a:srgbClr val="F26B43"/>
          </p15:clr>
        </p15:guide>
        <p15:guide id="7" orient="horz" pos="2760">
          <p15:clr>
            <a:srgbClr val="F26B43"/>
          </p15:clr>
        </p15:guide>
        <p15:guide id="8" orient="horz" pos="162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Relationship Id="rId4" Type="http://schemas.openxmlformats.org/officeDocument/2006/relationships/image" Target="../media/image8.png"/><Relationship Id="rId5" Type="http://schemas.openxmlformats.org/officeDocument/2006/relationships/image" Target="../media/image16.png"/><Relationship Id="rId6" Type="http://schemas.openxmlformats.org/officeDocument/2006/relationships/image" Target="../media/image15.png"/><Relationship Id="rId7" Type="http://schemas.openxmlformats.org/officeDocument/2006/relationships/image" Target="../media/image11.png"/><Relationship Id="rId8" Type="http://schemas.openxmlformats.org/officeDocument/2006/relationships/image" Target="../media/image1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7.png"/><Relationship Id="rId4" Type="http://schemas.openxmlformats.org/officeDocument/2006/relationships/image" Target="../media/image1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43"/>
          <p:cNvSpPr txBox="1"/>
          <p:nvPr/>
        </p:nvSpPr>
        <p:spPr>
          <a:xfrm>
            <a:off x="271546" y="376361"/>
            <a:ext cx="6925386" cy="27697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50" spcFirstLastPara="1" rIns="68550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PeC Inquiry / Analysis &amp; Key Highlights : </a:t>
            </a:r>
            <a:r>
              <a:rPr b="1" i="0" lang="en-GB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17 July – 23 July 2026  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7" name="Google Shape;177;p43"/>
          <p:cNvSpPr txBox="1"/>
          <p:nvPr/>
        </p:nvSpPr>
        <p:spPr>
          <a:xfrm>
            <a:off x="381274" y="2296900"/>
            <a:ext cx="3751325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12700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•"/>
            </a:pPr>
            <a:r>
              <a:rPr b="0" i="0" lang="en-GB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Total Inquiries: </a:t>
            </a:r>
            <a:r>
              <a:rPr b="1" i="0" lang="en-GB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297</a:t>
            </a:r>
            <a:endParaRPr sz="1100"/>
          </a:p>
          <a:p>
            <a:pPr indent="-12700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•"/>
            </a:pPr>
            <a:r>
              <a:rPr b="0" i="0" lang="en-GB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GB" sz="800" u="none" cap="none" strike="noStrike">
                <a:solidFill>
                  <a:srgbClr val="141414"/>
                </a:solidFill>
                <a:latin typeface="Calibri"/>
                <a:ea typeface="Calibri"/>
                <a:cs typeface="Calibri"/>
                <a:sym typeface="Calibri"/>
              </a:rPr>
              <a:t>Week-over-week change vs 10/7-16/7: </a:t>
            </a:r>
            <a:r>
              <a:rPr b="1" i="0" lang="en-GB" sz="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↑24%</a:t>
            </a:r>
            <a:endParaRPr b="1" i="0" sz="800" u="none" cap="none" strike="noStrike">
              <a:solidFill>
                <a:srgbClr val="FF0000"/>
              </a:solidFill>
              <a:highlight>
                <a:srgbClr val="FFFF00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-12700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•"/>
            </a:pPr>
            <a:r>
              <a:rPr b="0" i="0" lang="en-GB" sz="800" u="none" cap="none" strike="noStrike">
                <a:solidFill>
                  <a:srgbClr val="141414"/>
                </a:solidFill>
                <a:latin typeface="Calibri"/>
                <a:ea typeface="Calibri"/>
                <a:cs typeface="Calibri"/>
                <a:sym typeface="Calibri"/>
              </a:rPr>
              <a:t>The majority of inquiries came through </a:t>
            </a:r>
            <a:r>
              <a:rPr b="1" i="0" lang="en-GB" sz="800" u="none" cap="none" strike="noStrike">
                <a:solidFill>
                  <a:srgbClr val="141414"/>
                </a:solidFill>
                <a:latin typeface="Calibri"/>
                <a:ea typeface="Calibri"/>
                <a:cs typeface="Calibri"/>
                <a:sym typeface="Calibri"/>
              </a:rPr>
              <a:t>WhatsApp (73%),</a:t>
            </a:r>
            <a:r>
              <a:rPr b="0" i="0" lang="en-GB" sz="800" u="none" cap="none" strike="noStrike">
                <a:solidFill>
                  <a:srgbClr val="141414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r>
              <a:rPr b="1" i="0" lang="en-GB" sz="800" u="none" cap="none" strike="noStrike">
                <a:solidFill>
                  <a:srgbClr val="141414"/>
                </a:solidFill>
                <a:latin typeface="Calibri"/>
                <a:ea typeface="Calibri"/>
                <a:cs typeface="Calibri"/>
                <a:sym typeface="Calibri"/>
              </a:rPr>
              <a:t>Phone Calls (16%)</a:t>
            </a:r>
            <a:endParaRPr b="0" i="0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700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•"/>
            </a:pPr>
            <a:r>
              <a:rPr b="0" i="0" lang="en-GB" sz="800" u="none" cap="none" strike="noStrike">
                <a:solidFill>
                  <a:srgbClr val="141414"/>
                </a:solidFill>
                <a:latin typeface="Calibri"/>
                <a:ea typeface="Calibri"/>
                <a:cs typeface="Calibri"/>
                <a:sym typeface="Calibri"/>
              </a:rPr>
              <a:t>The remaining of inquiries came from </a:t>
            </a:r>
            <a:r>
              <a:rPr b="1" i="0" lang="en-GB" sz="800" u="none" cap="none" strike="noStrike">
                <a:solidFill>
                  <a:srgbClr val="141414"/>
                </a:solidFill>
                <a:latin typeface="Calibri"/>
                <a:ea typeface="Calibri"/>
                <a:cs typeface="Calibri"/>
                <a:sym typeface="Calibri"/>
              </a:rPr>
              <a:t>Email</a:t>
            </a:r>
            <a:r>
              <a:rPr b="0" i="0" lang="en-GB" sz="800" u="none" cap="none" strike="noStrike">
                <a:solidFill>
                  <a:srgbClr val="141414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r>
              <a:rPr b="1" i="0" lang="en-GB" sz="800" u="none" cap="none" strike="noStrike">
                <a:solidFill>
                  <a:srgbClr val="141414"/>
                </a:solidFill>
                <a:latin typeface="Calibri"/>
                <a:ea typeface="Calibri"/>
                <a:cs typeface="Calibri"/>
                <a:sym typeface="Calibri"/>
              </a:rPr>
              <a:t>(9%) </a:t>
            </a:r>
            <a:r>
              <a:rPr b="0" i="0" lang="en-GB" sz="800" u="none" cap="none" strike="noStrike">
                <a:solidFill>
                  <a:srgbClr val="141414"/>
                </a:solidFill>
                <a:latin typeface="Calibri"/>
                <a:ea typeface="Calibri"/>
                <a:cs typeface="Calibri"/>
                <a:sym typeface="Calibri"/>
              </a:rPr>
              <a:t>&amp;</a:t>
            </a:r>
            <a:r>
              <a:rPr b="1" i="0" lang="en-GB" sz="800" u="none" cap="none" strike="noStrike">
                <a:solidFill>
                  <a:srgbClr val="141414"/>
                </a:solidFill>
                <a:latin typeface="Calibri"/>
                <a:ea typeface="Calibri"/>
                <a:cs typeface="Calibri"/>
                <a:sym typeface="Calibri"/>
              </a:rPr>
              <a:t> Social Media (2%).</a:t>
            </a:r>
            <a:endParaRPr b="0" i="0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43"/>
          <p:cNvSpPr txBox="1"/>
          <p:nvPr/>
        </p:nvSpPr>
        <p:spPr>
          <a:xfrm flipH="1">
            <a:off x="322325" y="2850898"/>
            <a:ext cx="3483205" cy="19620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8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Breakdown of Total Inquiries by Case Division</a:t>
            </a:r>
            <a:endParaRPr b="0" i="0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43"/>
          <p:cNvSpPr txBox="1"/>
          <p:nvPr/>
        </p:nvSpPr>
        <p:spPr>
          <a:xfrm>
            <a:off x="271546" y="692327"/>
            <a:ext cx="3533986" cy="19620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8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Breakdown of Total Inquiries by Channel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43"/>
          <p:cNvSpPr txBox="1"/>
          <p:nvPr/>
        </p:nvSpPr>
        <p:spPr>
          <a:xfrm>
            <a:off x="4480361" y="913535"/>
            <a:ext cx="1408743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127000" lvl="0" marL="127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</a:pPr>
            <a:r>
              <a:rPr lang="en-GB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Sales 49, </a:t>
            </a:r>
            <a:r>
              <a:rPr lang="en-GB" sz="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↑20%</a:t>
            </a:r>
            <a:endParaRPr sz="1100"/>
          </a:p>
          <a:p>
            <a:pPr indent="-127000" lvl="0" marL="127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</a:pPr>
            <a:r>
              <a:rPr lang="en-GB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Aftersales 47, </a:t>
            </a:r>
            <a:r>
              <a:rPr lang="en-GB" sz="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↑21%</a:t>
            </a:r>
            <a:endParaRPr sz="1100"/>
          </a:p>
          <a:p>
            <a:pPr indent="-127000" lvl="0" marL="127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</a:pPr>
            <a:r>
              <a:rPr lang="en-GB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Apps 39, </a:t>
            </a:r>
            <a:r>
              <a:rPr lang="en-GB" sz="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↑50%</a:t>
            </a:r>
            <a:endParaRPr sz="1100"/>
          </a:p>
          <a:p>
            <a:pPr indent="-127000" lvl="0" marL="127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</a:pPr>
            <a:r>
              <a:rPr lang="en-GB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Charging 26, </a:t>
            </a:r>
            <a:r>
              <a:rPr lang="en-GB" sz="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↑41%</a:t>
            </a:r>
            <a:endParaRPr sz="1100"/>
          </a:p>
        </p:txBody>
      </p:sp>
      <p:sp>
        <p:nvSpPr>
          <p:cNvPr id="181" name="Google Shape;181;p43"/>
          <p:cNvSpPr txBox="1"/>
          <p:nvPr/>
        </p:nvSpPr>
        <p:spPr>
          <a:xfrm>
            <a:off x="6099132" y="888535"/>
            <a:ext cx="1520106" cy="43281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127000" lvl="0" marL="127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</a:pPr>
            <a:r>
              <a:rPr lang="en-GB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Product 9, </a:t>
            </a:r>
            <a:r>
              <a:rPr lang="en-GB" sz="8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↓ 50%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7000" lvl="0" marL="127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</a:pPr>
            <a:r>
              <a:rPr lang="en-GB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Marketing 9, </a:t>
            </a:r>
            <a:r>
              <a:rPr lang="en-GB" sz="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↑125%</a:t>
            </a:r>
            <a:endParaRPr sz="1100"/>
          </a:p>
          <a:p>
            <a:pPr indent="-127000" lvl="0" marL="127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</a:pPr>
            <a:r>
              <a:rPr lang="en-GB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Others 85, </a:t>
            </a:r>
            <a:r>
              <a:rPr lang="en-GB" sz="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↑25%</a:t>
            </a:r>
            <a:endParaRPr sz="1100"/>
          </a:p>
        </p:txBody>
      </p:sp>
      <p:sp>
        <p:nvSpPr>
          <p:cNvPr id="182" name="Google Shape;182;p43"/>
          <p:cNvSpPr txBox="1"/>
          <p:nvPr/>
        </p:nvSpPr>
        <p:spPr>
          <a:xfrm>
            <a:off x="4436267" y="698098"/>
            <a:ext cx="2339437" cy="19620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800" u="sng">
                <a:solidFill>
                  <a:srgbClr val="141414"/>
                </a:solidFill>
                <a:latin typeface="Calibri"/>
                <a:ea typeface="Calibri"/>
                <a:cs typeface="Calibri"/>
                <a:sym typeface="Calibri"/>
              </a:rPr>
              <a:t>Week-over-week change vs 10/7-16/7</a:t>
            </a:r>
            <a:endParaRPr b="1" sz="8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3" name="Google Shape;183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2325" y="878911"/>
            <a:ext cx="3424916" cy="1413691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4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57116" y="3086100"/>
            <a:ext cx="3429000" cy="20574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85" name="Google Shape;185;p43"/>
          <p:cNvGraphicFramePr/>
          <p:nvPr/>
        </p:nvGraphicFramePr>
        <p:xfrm>
          <a:off x="4510769" y="149253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{93C284A9-C047-4CE7-A427-F8BDC51384B7}</a:tableStyleId>
              </a:tblPr>
              <a:tblGrid>
                <a:gridCol w="1417500"/>
                <a:gridCol w="488775"/>
                <a:gridCol w="627275"/>
                <a:gridCol w="627275"/>
                <a:gridCol w="627275"/>
                <a:gridCol w="627275"/>
              </a:tblGrid>
              <a:tr h="1769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Calibri"/>
                        <a:buNone/>
                      </a:pPr>
                      <a:r>
                        <a:rPr b="1" i="0" lang="en-GB" sz="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Division / Concern 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Calibri"/>
                        <a:buNone/>
                      </a:pPr>
                      <a:r>
                        <a:rPr b="1" i="0" lang="en-GB" sz="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e.MAS5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Calibri"/>
                        <a:buNone/>
                      </a:pPr>
                      <a:r>
                        <a:rPr b="1" i="0" lang="en-GB" sz="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e.MAS7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Calibri"/>
                        <a:buNone/>
                      </a:pPr>
                      <a:r>
                        <a:rPr b="1" i="0" lang="en-GB" sz="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e.MAS7 PHEV 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Calibri"/>
                        <a:buNone/>
                      </a:pPr>
                      <a:r>
                        <a:rPr b="1" i="0" lang="en-GB" sz="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NA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Calibri"/>
                        <a:buNone/>
                      </a:pPr>
                      <a:r>
                        <a:rPr b="1" i="0" lang="en-GB" sz="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Grand Total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6F1"/>
                    </a:solidFill>
                  </a:tcPr>
                </a:tc>
              </a:tr>
              <a:tr h="1606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Calibri"/>
                        <a:buNone/>
                      </a:pPr>
                      <a:r>
                        <a:rPr b="1" i="0" lang="en-GB" sz="8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Sales</a:t>
                      </a:r>
                      <a:endParaRPr sz="1100"/>
                    </a:p>
                  </a:txBody>
                  <a:tcPr marT="7150" marB="34300" marR="7150" marL="7150" anchor="b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35E7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Calibri"/>
                        <a:buNone/>
                      </a:pPr>
                      <a:r>
                        <a:rPr b="1" i="0" lang="en-GB" sz="8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24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35E7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Calibri"/>
                        <a:buNone/>
                      </a:pPr>
                      <a:r>
                        <a:rPr b="1" i="0" lang="en-GB" sz="8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35E7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Roboto"/>
                        <a:buNone/>
                      </a:pPr>
                      <a:r>
                        <a:t/>
                      </a:r>
                      <a:endParaRPr b="1" i="0" sz="8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35E7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Calibri"/>
                        <a:buNone/>
                      </a:pPr>
                      <a:r>
                        <a:rPr b="1" i="0" lang="en-GB" sz="8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17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35E7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Calibri"/>
                        <a:buNone/>
                      </a:pPr>
                      <a:r>
                        <a:rPr b="1" i="0" lang="en-GB" sz="8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49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35E7B"/>
                    </a:solidFill>
                  </a:tcPr>
                </a:tc>
              </a:tr>
              <a:tr h="1606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1" i="0" lang="en-GB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Accessories</a:t>
                      </a:r>
                      <a:endParaRPr sz="1100"/>
                    </a:p>
                  </a:txBody>
                  <a:tcPr marT="7150" marB="34300" marR="7150" marL="7150" anchor="b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1" i="0" lang="en-GB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Roboto"/>
                        <a:buNone/>
                      </a:pPr>
                      <a:r>
                        <a:t/>
                      </a:r>
                      <a:endParaRPr b="1" i="0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1C5D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Roboto"/>
                        <a:buNone/>
                      </a:pPr>
                      <a:r>
                        <a:t/>
                      </a:r>
                      <a:endParaRPr b="1" i="0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1C5D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1" i="0" lang="en-GB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1" i="0" lang="en-GB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17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6F1"/>
                    </a:solidFill>
                  </a:tcPr>
                </a:tc>
              </a:tr>
              <a:tr h="280025">
                <a:tc>
                  <a:txBody>
                    <a:bodyPr/>
                    <a:lstStyle/>
                    <a:p>
                      <a:pPr indent="-127000" lvl="0" marL="1270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b="0" i="0" lang="en-GB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Tonneau Cover Installation</a:t>
                      </a:r>
                      <a:endParaRPr sz="1100"/>
                    </a:p>
                  </a:txBody>
                  <a:tcPr marT="7150" marB="34300" marR="7150" marL="128600" anchor="b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Roboto"/>
                        <a:buNone/>
                      </a:pPr>
                      <a:r>
                        <a:t/>
                      </a:r>
                      <a:endParaRPr b="0" i="0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1C5D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Roboto"/>
                        <a:buNone/>
                      </a:pPr>
                      <a:r>
                        <a:t/>
                      </a:r>
                      <a:endParaRPr b="0" i="0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1C5D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Roboto"/>
                        <a:buNone/>
                      </a:pPr>
                      <a:r>
                        <a:t/>
                      </a:r>
                      <a:endParaRPr b="0" i="0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1C5D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0" i="0" lang="en-GB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0" i="0" lang="en-GB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60675">
                <a:tc>
                  <a:txBody>
                    <a:bodyPr/>
                    <a:lstStyle/>
                    <a:p>
                      <a:pPr indent="-127000" lvl="0" marL="1270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b="0" i="0" lang="en-GB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Tonneau Cover Stock</a:t>
                      </a:r>
                      <a:endParaRPr sz="1100"/>
                    </a:p>
                  </a:txBody>
                  <a:tcPr marT="7150" marB="34300" marR="7150" marL="128600" anchor="b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Roboto"/>
                        <a:buNone/>
                      </a:pPr>
                      <a:r>
                        <a:t/>
                      </a:r>
                      <a:endParaRPr b="0" i="0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1C5D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Roboto"/>
                        <a:buNone/>
                      </a:pPr>
                      <a:r>
                        <a:t/>
                      </a:r>
                      <a:endParaRPr b="0" i="0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1C5D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Roboto"/>
                        <a:buNone/>
                      </a:pPr>
                      <a:r>
                        <a:t/>
                      </a:r>
                      <a:endParaRPr b="0" i="0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1C5D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0" i="0" lang="en-GB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0" i="0" lang="en-GB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60675">
                <a:tc>
                  <a:txBody>
                    <a:bodyPr/>
                    <a:lstStyle/>
                    <a:p>
                      <a:pPr indent="-127000" lvl="0" marL="1270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b="0" i="0" lang="en-GB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3-Pin Plug</a:t>
                      </a:r>
                      <a:endParaRPr sz="1100"/>
                    </a:p>
                  </a:txBody>
                  <a:tcPr marT="7150" marB="34300" marR="7150" marL="128600" anchor="b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0" i="0" lang="en-GB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Roboto"/>
                        <a:buNone/>
                      </a:pPr>
                      <a:r>
                        <a:t/>
                      </a:r>
                      <a:endParaRPr b="0" i="0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1C5D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Roboto"/>
                        <a:buNone/>
                      </a:pPr>
                      <a:r>
                        <a:t/>
                      </a:r>
                      <a:endParaRPr b="0" i="0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1C5D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0" i="0" lang="en-GB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0" i="0" lang="en-GB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</a:tr>
              <a:tr h="1606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1" i="0" lang="en-GB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Booking</a:t>
                      </a:r>
                      <a:endParaRPr sz="1100"/>
                    </a:p>
                  </a:txBody>
                  <a:tcPr marT="7150" marB="34300" marR="7150" marL="7150" anchor="b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1" i="0" lang="en-GB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Roboto"/>
                        <a:buNone/>
                      </a:pPr>
                      <a:r>
                        <a:t/>
                      </a:r>
                      <a:endParaRPr b="1" i="0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1C5D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Roboto"/>
                        <a:buNone/>
                      </a:pPr>
                      <a:r>
                        <a:t/>
                      </a:r>
                      <a:endParaRPr b="1" i="0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1C5D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1" i="0" lang="en-GB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1" i="0" lang="en-GB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6F1"/>
                    </a:solidFill>
                  </a:tcPr>
                </a:tc>
              </a:tr>
              <a:tr h="160675">
                <a:tc>
                  <a:txBody>
                    <a:bodyPr/>
                    <a:lstStyle/>
                    <a:p>
                      <a:pPr indent="-127000" lvl="0" marL="1270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b="0" i="0" lang="en-GB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Cancellation</a:t>
                      </a:r>
                      <a:endParaRPr sz="1100"/>
                    </a:p>
                  </a:txBody>
                  <a:tcPr marT="7150" marB="34300" marR="7150" marL="128600" anchor="b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0" i="0" lang="en-GB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Roboto"/>
                        <a:buNone/>
                      </a:pPr>
                      <a:r>
                        <a:t/>
                      </a:r>
                      <a:endParaRPr b="0" i="0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1C5D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Roboto"/>
                        <a:buNone/>
                      </a:pPr>
                      <a:r>
                        <a:t/>
                      </a:r>
                      <a:endParaRPr b="0" i="0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1C5D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0" i="0" lang="en-GB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0" i="0" lang="en-GB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60675">
                <a:tc>
                  <a:txBody>
                    <a:bodyPr/>
                    <a:lstStyle/>
                    <a:p>
                      <a:pPr indent="-127000" lvl="0" marL="1270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b="0" i="0" lang="en-GB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Information</a:t>
                      </a:r>
                      <a:endParaRPr sz="1100"/>
                    </a:p>
                  </a:txBody>
                  <a:tcPr marT="7150" marB="34300" marR="7150" marL="128600" anchor="b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Roboto"/>
                        <a:buNone/>
                      </a:pPr>
                      <a:r>
                        <a:t/>
                      </a:r>
                      <a:endParaRPr b="0" i="0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1C5D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Roboto"/>
                        <a:buNone/>
                      </a:pPr>
                      <a:r>
                        <a:t/>
                      </a:r>
                      <a:endParaRPr b="0" i="0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1C5D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Roboto"/>
                        <a:buNone/>
                      </a:pPr>
                      <a:r>
                        <a:t/>
                      </a:r>
                      <a:endParaRPr b="0" i="0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1C5D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0" i="0" lang="en-GB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0" i="0" lang="en-GB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60675">
                <a:tc>
                  <a:txBody>
                    <a:bodyPr/>
                    <a:lstStyle/>
                    <a:p>
                      <a:pPr indent="-127000" lvl="0" marL="1270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b="0" i="0" lang="en-GB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Status</a:t>
                      </a:r>
                      <a:endParaRPr sz="1100"/>
                    </a:p>
                  </a:txBody>
                  <a:tcPr marT="7150" marB="34300" marR="7150" marL="128600" anchor="b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0" i="0" lang="en-GB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Roboto"/>
                        <a:buNone/>
                      </a:pPr>
                      <a:r>
                        <a:t/>
                      </a:r>
                      <a:endParaRPr b="0" i="0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1C5D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Roboto"/>
                        <a:buNone/>
                      </a:pPr>
                      <a:r>
                        <a:t/>
                      </a:r>
                      <a:endParaRPr b="0" i="0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1C5D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0" i="0" lang="en-GB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0" i="0" lang="en-GB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606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1" i="0" lang="en-GB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Custom EV Plate (Frame)</a:t>
                      </a:r>
                      <a:endParaRPr sz="1100"/>
                    </a:p>
                  </a:txBody>
                  <a:tcPr marT="7150" marB="34300" marR="7150" marL="7150" anchor="b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1" i="0" lang="en-GB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1" i="0" lang="en-GB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Roboto"/>
                        <a:buNone/>
                      </a:pPr>
                      <a:r>
                        <a:t/>
                      </a:r>
                      <a:endParaRPr b="1" i="0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1C5D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Roboto"/>
                        <a:buNone/>
                      </a:pPr>
                      <a:r>
                        <a:t/>
                      </a:r>
                      <a:endParaRPr b="1" i="0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1C5D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1" i="0" lang="en-GB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6F1"/>
                    </a:solidFill>
                  </a:tcPr>
                </a:tc>
              </a:tr>
              <a:tr h="280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1" i="0" lang="en-GB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Promotion (Raya / Corporate Rebate)</a:t>
                      </a:r>
                      <a:endParaRPr sz="1100"/>
                    </a:p>
                  </a:txBody>
                  <a:tcPr marT="7150" marB="34300" marR="7150" marL="7150" anchor="b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1" i="0" lang="en-GB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1" i="0" lang="en-GB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Roboto"/>
                        <a:buNone/>
                      </a:pPr>
                      <a:r>
                        <a:t/>
                      </a:r>
                      <a:endParaRPr b="1" i="0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1C5D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Roboto"/>
                        <a:buNone/>
                      </a:pPr>
                      <a:r>
                        <a:t/>
                      </a:r>
                      <a:endParaRPr b="1" i="0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1C5D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1" i="0" lang="en-GB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6F1"/>
                    </a:solidFill>
                  </a:tcPr>
                </a:tc>
              </a:tr>
              <a:tr h="1606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1" i="0" lang="en-GB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Test Drive</a:t>
                      </a:r>
                      <a:endParaRPr sz="1100"/>
                    </a:p>
                  </a:txBody>
                  <a:tcPr marT="7150" marB="34300" marR="7150" marL="7150" anchor="b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Roboto"/>
                        <a:buNone/>
                      </a:pPr>
                      <a:r>
                        <a:t/>
                      </a:r>
                      <a:endParaRPr b="1" i="0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1C5D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1" i="0" lang="en-GB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Roboto"/>
                        <a:buNone/>
                      </a:pPr>
                      <a:r>
                        <a:t/>
                      </a:r>
                      <a:endParaRPr b="1" i="0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1C5D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Roboto"/>
                        <a:buNone/>
                      </a:pPr>
                      <a:r>
                        <a:t/>
                      </a:r>
                      <a:endParaRPr b="1" i="0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1C5D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1" i="0" lang="en-GB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6F1"/>
                    </a:solidFill>
                  </a:tcPr>
                </a:tc>
              </a:tr>
              <a:tr h="1606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1" i="0" lang="en-GB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Transfer Ownership</a:t>
                      </a:r>
                      <a:endParaRPr sz="1100"/>
                    </a:p>
                  </a:txBody>
                  <a:tcPr marT="7150" marB="34300" marR="7150" marL="7150" anchor="b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1" i="0" lang="en-GB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1" i="0" lang="en-GB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Roboto"/>
                        <a:buNone/>
                      </a:pPr>
                      <a:r>
                        <a:t/>
                      </a:r>
                      <a:endParaRPr b="1" i="0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1C5D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1" i="0" lang="en-GB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1" i="0" lang="en-GB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6F1"/>
                    </a:solidFill>
                  </a:tcPr>
                </a:tc>
              </a:tr>
              <a:tr h="1606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1" i="0" lang="en-GB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Vehicle Delivery</a:t>
                      </a:r>
                      <a:endParaRPr sz="1100"/>
                    </a:p>
                  </a:txBody>
                  <a:tcPr marT="7150" marB="34300" marR="7150" marL="7150" anchor="b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1" i="0" lang="en-GB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1" i="0" lang="en-GB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Roboto"/>
                        <a:buNone/>
                      </a:pPr>
                      <a:r>
                        <a:t/>
                      </a:r>
                      <a:endParaRPr b="1" i="0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1C5D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1" i="0" lang="en-GB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1" i="0" lang="en-GB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</a:tr>
              <a:tr h="1606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1" i="0" lang="en-GB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Vehicle Details</a:t>
                      </a:r>
                      <a:endParaRPr sz="1100"/>
                    </a:p>
                  </a:txBody>
                  <a:tcPr marT="7150" marB="34300" marR="7150" marL="12860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1" i="0" lang="en-GB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1" i="0" lang="en-GB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Roboto"/>
                        <a:buNone/>
                      </a:pPr>
                      <a:r>
                        <a:t/>
                      </a:r>
                      <a:endParaRPr b="0" i="0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1C5D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0" i="0" lang="en-GB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1" i="0" lang="en-GB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60675">
                <a:tc>
                  <a:txBody>
                    <a:bodyPr/>
                    <a:lstStyle/>
                    <a:p>
                      <a:pPr indent="-127000" lvl="0" marL="1270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b="0" i="0" lang="en-GB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Colour</a:t>
                      </a:r>
                      <a:endParaRPr b="0" i="0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34300" marR="7150" marL="128600" anchor="b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0" i="0" lang="en-GB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Roboto"/>
                        <a:buNone/>
                      </a:pPr>
                      <a:r>
                        <a:t/>
                      </a:r>
                      <a:endParaRPr b="0" i="0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1C5D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Roboto"/>
                        <a:buNone/>
                      </a:pPr>
                      <a:r>
                        <a:t/>
                      </a:r>
                      <a:endParaRPr b="0" i="0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1C5D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Roboto"/>
                        <a:buNone/>
                      </a:pPr>
                      <a:r>
                        <a:t/>
                      </a:r>
                      <a:endParaRPr b="0" i="0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1C5D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0" i="0" lang="en-GB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60675">
                <a:tc>
                  <a:txBody>
                    <a:bodyPr/>
                    <a:lstStyle/>
                    <a:p>
                      <a:pPr indent="-127000" lvl="0" marL="1270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b="0" i="0" lang="en-GB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Price</a:t>
                      </a:r>
                      <a:endParaRPr sz="1100"/>
                    </a:p>
                  </a:txBody>
                  <a:tcPr marT="7150" marB="34300" marR="7150" marL="128600" anchor="b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0" i="0" lang="en-GB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Roboto"/>
                        <a:buNone/>
                      </a:pPr>
                      <a:r>
                        <a:t/>
                      </a:r>
                      <a:endParaRPr b="0" i="0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1C5D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Roboto"/>
                        <a:buNone/>
                      </a:pPr>
                      <a:r>
                        <a:t/>
                      </a:r>
                      <a:endParaRPr b="0" i="0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1C5D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Roboto"/>
                        <a:buNone/>
                      </a:pPr>
                      <a:r>
                        <a:t/>
                      </a:r>
                      <a:endParaRPr b="0" i="0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1C5D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0" i="0" lang="en-GB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60675">
                <a:tc>
                  <a:txBody>
                    <a:bodyPr/>
                    <a:lstStyle/>
                    <a:p>
                      <a:pPr indent="-127000" lvl="0" marL="1270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b="0" i="0" lang="en-GB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Stock Availability</a:t>
                      </a:r>
                      <a:endParaRPr sz="1100"/>
                    </a:p>
                  </a:txBody>
                  <a:tcPr marT="7150" marB="34300" marR="7150" marL="128600" anchor="b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Roboto"/>
                        <a:buNone/>
                      </a:pPr>
                      <a:r>
                        <a:t/>
                      </a:r>
                      <a:endParaRPr b="0" i="0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1C5D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0" i="0" lang="en-GB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Roboto"/>
                        <a:buNone/>
                      </a:pPr>
                      <a:r>
                        <a:t/>
                      </a:r>
                      <a:endParaRPr b="0" i="0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1C5D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0" i="0" lang="en-GB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0" i="0" lang="en-GB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44"/>
          <p:cNvSpPr txBox="1"/>
          <p:nvPr>
            <p:ph idx="12" type="sldNum"/>
          </p:nvPr>
        </p:nvSpPr>
        <p:spPr>
          <a:xfrm>
            <a:off x="8501060" y="4686894"/>
            <a:ext cx="310749" cy="1565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8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‹#›</a:t>
            </a:fld>
            <a:endParaRPr sz="8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1" name="Google Shape;191;p44"/>
          <p:cNvSpPr txBox="1"/>
          <p:nvPr/>
        </p:nvSpPr>
        <p:spPr>
          <a:xfrm>
            <a:off x="292884" y="389157"/>
            <a:ext cx="5430884" cy="48471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50" spcFirstLastPara="1" rIns="68550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Inquiry / Analysis &amp; Key Highlights : 17 July –  23 July 2026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Roboto"/>
              <a:buNone/>
            </a:pPr>
            <a:r>
              <a:t/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92" name="Google Shape;192;p44"/>
          <p:cNvGraphicFramePr/>
          <p:nvPr/>
        </p:nvGraphicFramePr>
        <p:xfrm>
          <a:off x="378280" y="99770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{93C284A9-C047-4CE7-A427-F8BDC51384B7}</a:tableStyleId>
              </a:tblPr>
              <a:tblGrid>
                <a:gridCol w="2483400"/>
                <a:gridCol w="856325"/>
                <a:gridCol w="1098975"/>
                <a:gridCol w="1098975"/>
                <a:gridCol w="1098975"/>
                <a:gridCol w="1098975"/>
              </a:tblGrid>
              <a:tr h="1428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Calibri"/>
                        <a:buNone/>
                      </a:pPr>
                      <a:r>
                        <a:rPr b="1" i="0" lang="en-GB" sz="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Division / Concern</a:t>
                      </a:r>
                      <a:endParaRPr b="1" i="0" sz="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Calibri"/>
                        <a:buNone/>
                      </a:pPr>
                      <a:r>
                        <a:rPr b="1" i="0" lang="en-GB" sz="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e.MAS5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Calibri"/>
                        <a:buNone/>
                      </a:pPr>
                      <a:r>
                        <a:rPr b="1" i="0" lang="en-GB" sz="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e.MAS7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Calibri"/>
                        <a:buNone/>
                      </a:pPr>
                      <a:r>
                        <a:rPr b="1" i="0" lang="en-GB" sz="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e.MAS7 PHEV 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Calibri"/>
                        <a:buNone/>
                      </a:pPr>
                      <a:r>
                        <a:rPr b="1" i="0" lang="en-GB" sz="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NA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Calibri"/>
                        <a:buNone/>
                      </a:pPr>
                      <a:r>
                        <a:rPr b="1" i="0" lang="en-GB" sz="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Grand Total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6F1"/>
                    </a:solidFill>
                  </a:tcPr>
                </a:tc>
              </a:tr>
              <a:tr h="142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Calibri"/>
                        <a:buNone/>
                      </a:pPr>
                      <a:r>
                        <a:rPr b="1" i="0" lang="en-GB" sz="8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After Sales</a:t>
                      </a:r>
                      <a:endParaRPr sz="1100"/>
                    </a:p>
                  </a:txBody>
                  <a:tcPr marT="7150" marB="34300" marR="7150" marL="7150" anchor="b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35E7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Calibri"/>
                        <a:buNone/>
                      </a:pPr>
                      <a:r>
                        <a:rPr b="1" i="0" lang="en-GB" sz="8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13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35E7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Calibri"/>
                        <a:buNone/>
                      </a:pPr>
                      <a:r>
                        <a:rPr b="1" i="0" lang="en-GB" sz="8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28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35E7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Roboto"/>
                        <a:buNone/>
                      </a:pPr>
                      <a:r>
                        <a:t/>
                      </a:r>
                      <a:endParaRPr b="1" i="0" sz="8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35E7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Calibri"/>
                        <a:buNone/>
                      </a:pPr>
                      <a:r>
                        <a:rPr b="1" i="0" lang="en-GB" sz="8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35E7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Calibri"/>
                        <a:buNone/>
                      </a:pPr>
                      <a:r>
                        <a:rPr b="1" i="0" lang="en-GB" sz="8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47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35E7B"/>
                    </a:solidFill>
                  </a:tcPr>
                </a:tc>
              </a:tr>
              <a:tr h="142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1" i="0" lang="en-GB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Roadside Assistance</a:t>
                      </a:r>
                      <a:endParaRPr sz="1100"/>
                    </a:p>
                  </a:txBody>
                  <a:tcPr marT="7150" marB="34300" marR="7150" marL="7150" anchor="b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1" i="0" lang="en-GB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1" i="0" lang="en-GB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Roboto"/>
                        <a:buNone/>
                      </a:pPr>
                      <a:r>
                        <a:t/>
                      </a:r>
                      <a:endParaRPr b="0" i="0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1C5D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Roboto"/>
                        <a:buNone/>
                      </a:pPr>
                      <a:r>
                        <a:t/>
                      </a:r>
                      <a:endParaRPr b="0" i="0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1C5D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1" i="0" lang="en-GB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6F1"/>
                    </a:solidFill>
                  </a:tcPr>
                </a:tc>
              </a:tr>
              <a:tr h="142875">
                <a:tc>
                  <a:txBody>
                    <a:bodyPr/>
                    <a:lstStyle/>
                    <a:p>
                      <a:pPr indent="-127000" lvl="0" marL="1270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b="0" i="0" lang="en-GB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Request for RSA Contact</a:t>
                      </a:r>
                      <a:endParaRPr sz="1100"/>
                    </a:p>
                  </a:txBody>
                  <a:tcPr marT="7150" marB="34300" marR="7150" marL="128600" anchor="b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Roboto"/>
                        <a:buNone/>
                      </a:pPr>
                      <a:r>
                        <a:t/>
                      </a:r>
                      <a:endParaRPr b="0" i="0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1C5D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0" i="0" lang="en-GB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Roboto"/>
                        <a:buNone/>
                      </a:pPr>
                      <a:r>
                        <a:t/>
                      </a:r>
                      <a:endParaRPr b="0" i="0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1C5D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Roboto"/>
                        <a:buNone/>
                      </a:pPr>
                      <a:r>
                        <a:t/>
                      </a:r>
                      <a:endParaRPr b="0" i="0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1C5D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0" i="0" lang="en-GB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42875">
                <a:tc>
                  <a:txBody>
                    <a:bodyPr/>
                    <a:lstStyle/>
                    <a:p>
                      <a:pPr indent="-127000" lvl="0" marL="1270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b="0" i="0" lang="en-GB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RSA Escalation</a:t>
                      </a:r>
                      <a:endParaRPr sz="1100"/>
                    </a:p>
                  </a:txBody>
                  <a:tcPr marT="7150" marB="34300" marR="7150" marL="128600" anchor="b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0" i="0" lang="en-GB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0" i="0" lang="en-GB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Roboto"/>
                        <a:buNone/>
                      </a:pPr>
                      <a:r>
                        <a:t/>
                      </a:r>
                      <a:endParaRPr b="0" i="0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1C5D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Roboto"/>
                        <a:buNone/>
                      </a:pPr>
                      <a:r>
                        <a:t/>
                      </a:r>
                      <a:endParaRPr b="0" i="0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1C5D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0" i="0" lang="en-GB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</a:tr>
              <a:tr h="142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1" i="0" lang="en-GB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Service / Recall Campaign</a:t>
                      </a:r>
                      <a:endParaRPr sz="1100"/>
                    </a:p>
                  </a:txBody>
                  <a:tcPr marT="7150" marB="34300" marR="7150" marL="7150" anchor="b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Roboto"/>
                        <a:buNone/>
                      </a:pPr>
                      <a:r>
                        <a:t/>
                      </a:r>
                      <a:endParaRPr b="0" i="0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1" i="0" lang="en-GB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Roboto"/>
                        <a:buNone/>
                      </a:pPr>
                      <a:r>
                        <a:t/>
                      </a:r>
                      <a:endParaRPr b="0" i="0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1C5D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Roboto"/>
                        <a:buNone/>
                      </a:pPr>
                      <a:r>
                        <a:t/>
                      </a:r>
                      <a:endParaRPr b="0" i="0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1C5D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1" i="0" lang="en-GB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6F1"/>
                    </a:solidFill>
                  </a:tcPr>
                </a:tc>
              </a:tr>
              <a:tr h="142875">
                <a:tc>
                  <a:txBody>
                    <a:bodyPr/>
                    <a:lstStyle/>
                    <a:p>
                      <a:pPr indent="-127000" lvl="0" marL="1270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b="0" i="0" lang="en-GB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Information</a:t>
                      </a:r>
                      <a:endParaRPr sz="1100"/>
                    </a:p>
                  </a:txBody>
                  <a:tcPr marT="7150" marB="34300" marR="7150" marL="128600" anchor="b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Roboto"/>
                        <a:buNone/>
                      </a:pPr>
                      <a:r>
                        <a:t/>
                      </a:r>
                      <a:endParaRPr b="0" i="0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1C5D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0" i="0" lang="en-GB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Roboto"/>
                        <a:buNone/>
                      </a:pPr>
                      <a:r>
                        <a:t/>
                      </a:r>
                      <a:endParaRPr b="0" i="0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1C5D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Roboto"/>
                        <a:buNone/>
                      </a:pPr>
                      <a:r>
                        <a:t/>
                      </a:r>
                      <a:endParaRPr b="0" i="0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1C5D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0" i="0" lang="en-GB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42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1" i="0" lang="en-GB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Service Operation</a:t>
                      </a:r>
                      <a:endParaRPr sz="1100"/>
                    </a:p>
                  </a:txBody>
                  <a:tcPr marT="7150" marB="34300" marR="7150" marL="7150" anchor="b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1" i="0" lang="en-GB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1" i="0" lang="en-GB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Roboto"/>
                        <a:buNone/>
                      </a:pPr>
                      <a:r>
                        <a:t/>
                      </a:r>
                      <a:endParaRPr b="0" i="0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1C5D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1" i="0" lang="en-GB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1" i="0" lang="en-GB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21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6F1"/>
                    </a:solidFill>
                  </a:tcPr>
                </a:tc>
              </a:tr>
              <a:tr h="142875">
                <a:tc>
                  <a:txBody>
                    <a:bodyPr/>
                    <a:lstStyle/>
                    <a:p>
                      <a:pPr indent="-127000" lvl="0" marL="1270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b="0" i="0" lang="en-GB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Courtesy Car</a:t>
                      </a:r>
                      <a:endParaRPr sz="1100"/>
                    </a:p>
                  </a:txBody>
                  <a:tcPr marT="7150" marB="34300" marR="7150" marL="128600" anchor="b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0" i="0" lang="en-GB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Roboto"/>
                        <a:buNone/>
                      </a:pPr>
                      <a:r>
                        <a:t/>
                      </a:r>
                      <a:endParaRPr b="0" i="0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1C5D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Roboto"/>
                        <a:buNone/>
                      </a:pPr>
                      <a:r>
                        <a:t/>
                      </a:r>
                      <a:endParaRPr b="0" i="0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1C5D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Roboto"/>
                        <a:buNone/>
                      </a:pPr>
                      <a:r>
                        <a:t/>
                      </a:r>
                      <a:endParaRPr b="0" i="0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1C5D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0" i="0" lang="en-GB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42875">
                <a:tc>
                  <a:txBody>
                    <a:bodyPr/>
                    <a:lstStyle/>
                    <a:p>
                      <a:pPr indent="-127000" lvl="0" marL="1270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b="0" i="0" lang="en-GB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Regular Maintenance Service Time</a:t>
                      </a:r>
                      <a:endParaRPr sz="1100"/>
                    </a:p>
                  </a:txBody>
                  <a:tcPr marT="7150" marB="34300" marR="7150" marL="128600" anchor="b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0" i="0" lang="en-GB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0" i="0" lang="en-GB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Roboto"/>
                        <a:buNone/>
                      </a:pPr>
                      <a:r>
                        <a:t/>
                      </a:r>
                      <a:endParaRPr b="0" i="0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1C5D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0" i="0" lang="en-GB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0" i="0" lang="en-GB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42875">
                <a:tc>
                  <a:txBody>
                    <a:bodyPr/>
                    <a:lstStyle/>
                    <a:p>
                      <a:pPr indent="-127000" lvl="0" marL="1270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b="0" i="0" lang="en-GB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Service Appointment</a:t>
                      </a:r>
                      <a:endParaRPr sz="1100"/>
                    </a:p>
                  </a:txBody>
                  <a:tcPr marT="7150" marB="34300" marR="7150" marL="128600" anchor="b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0" i="0" lang="en-GB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0" i="0" lang="en-GB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Roboto"/>
                        <a:buNone/>
                      </a:pPr>
                      <a:r>
                        <a:t/>
                      </a:r>
                      <a:endParaRPr b="0" i="0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1C5D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Roboto"/>
                        <a:buNone/>
                      </a:pPr>
                      <a:r>
                        <a:t/>
                      </a:r>
                      <a:endParaRPr b="0" i="0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1C5D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0" i="0" lang="en-GB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</a:tr>
              <a:tr h="142875">
                <a:tc>
                  <a:txBody>
                    <a:bodyPr/>
                    <a:lstStyle/>
                    <a:p>
                      <a:pPr indent="-127000" lvl="0" marL="1270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b="0" i="0" lang="en-GB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Service Center Outlet / Location</a:t>
                      </a:r>
                      <a:endParaRPr sz="1100"/>
                    </a:p>
                  </a:txBody>
                  <a:tcPr marT="7150" marB="34300" marR="7150" marL="128600" anchor="b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0" i="0" lang="en-GB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0" i="0" lang="en-GB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Roboto"/>
                        <a:buNone/>
                      </a:pPr>
                      <a:r>
                        <a:t/>
                      </a:r>
                      <a:endParaRPr b="0" i="0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1C5D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0" i="0" lang="en-GB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0" i="0" lang="en-GB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</a:tr>
              <a:tr h="142875">
                <a:tc>
                  <a:txBody>
                    <a:bodyPr/>
                    <a:lstStyle/>
                    <a:p>
                      <a:pPr indent="-127000" lvl="0" marL="1270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b="0" i="0" lang="en-GB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Service Maintenance</a:t>
                      </a:r>
                      <a:endParaRPr sz="1100"/>
                    </a:p>
                  </a:txBody>
                  <a:tcPr marT="7150" marB="34300" marR="7150" marL="128600" anchor="b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Roboto"/>
                        <a:buNone/>
                      </a:pPr>
                      <a:r>
                        <a:t/>
                      </a:r>
                      <a:endParaRPr b="0" i="0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1C5D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0" i="0" lang="en-GB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Roboto"/>
                        <a:buNone/>
                      </a:pPr>
                      <a:r>
                        <a:t/>
                      </a:r>
                      <a:endParaRPr b="0" i="0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1C5D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Roboto"/>
                        <a:buNone/>
                      </a:pPr>
                      <a:r>
                        <a:t/>
                      </a:r>
                      <a:endParaRPr b="0" i="0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1C5D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0" i="0" lang="en-GB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42875">
                <a:tc>
                  <a:txBody>
                    <a:bodyPr/>
                    <a:lstStyle/>
                    <a:p>
                      <a:pPr indent="-127000" lvl="0" marL="1270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b="0" i="0" lang="en-GB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Vehicle Repair / Service Status</a:t>
                      </a:r>
                      <a:endParaRPr sz="1100"/>
                    </a:p>
                  </a:txBody>
                  <a:tcPr marT="7150" marB="34300" marR="7150" marL="128600" anchor="b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Roboto"/>
                        <a:buNone/>
                      </a:pPr>
                      <a:r>
                        <a:t/>
                      </a:r>
                      <a:endParaRPr b="0" i="0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1C5D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0" i="0" lang="en-GB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Roboto"/>
                        <a:buNone/>
                      </a:pPr>
                      <a:r>
                        <a:t/>
                      </a:r>
                      <a:endParaRPr b="0" i="0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1C5D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0" i="0" lang="en-GB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0" i="0" lang="en-GB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42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1" i="0" lang="en-GB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Spare Part</a:t>
                      </a:r>
                      <a:endParaRPr sz="1100"/>
                    </a:p>
                  </a:txBody>
                  <a:tcPr marT="7150" marB="34300" marR="7150" marL="7150" anchor="b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Roboto"/>
                        <a:buNone/>
                      </a:pPr>
                      <a:r>
                        <a:t/>
                      </a:r>
                      <a:endParaRPr b="0" i="0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1C5D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1" i="0" lang="en-GB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Roboto"/>
                        <a:buNone/>
                      </a:pPr>
                      <a:r>
                        <a:t/>
                      </a:r>
                      <a:endParaRPr b="0" i="0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1C5D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Roboto"/>
                        <a:buNone/>
                      </a:pPr>
                      <a:r>
                        <a:t/>
                      </a:r>
                      <a:endParaRPr b="0" i="0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1C5D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1" i="0" lang="en-GB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6F1"/>
                    </a:solidFill>
                  </a:tcPr>
                </a:tc>
              </a:tr>
              <a:tr h="142875">
                <a:tc>
                  <a:txBody>
                    <a:bodyPr/>
                    <a:lstStyle/>
                    <a:p>
                      <a:pPr indent="-127000" lvl="0" marL="1270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b="0" i="0" lang="en-GB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Parts Information</a:t>
                      </a:r>
                      <a:endParaRPr sz="1100"/>
                    </a:p>
                  </a:txBody>
                  <a:tcPr marT="7150" marB="34300" marR="7150" marL="128600" anchor="b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Roboto"/>
                        <a:buNone/>
                      </a:pPr>
                      <a:r>
                        <a:t/>
                      </a:r>
                      <a:endParaRPr b="0" i="0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1C5D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0" i="0" lang="en-GB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Roboto"/>
                        <a:buNone/>
                      </a:pPr>
                      <a:r>
                        <a:t/>
                      </a:r>
                      <a:endParaRPr b="0" i="0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1C5D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Roboto"/>
                        <a:buNone/>
                      </a:pPr>
                      <a:r>
                        <a:t/>
                      </a:r>
                      <a:endParaRPr b="0" i="0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1C5D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0" i="0" lang="en-GB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42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1" i="0" lang="en-GB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User Manual</a:t>
                      </a:r>
                      <a:endParaRPr sz="1100"/>
                    </a:p>
                  </a:txBody>
                  <a:tcPr marT="7150" marB="34300" marR="7150" marL="7150" anchor="b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1" i="0" lang="en-GB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1" i="0" lang="en-GB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Roboto"/>
                        <a:buNone/>
                      </a:pPr>
                      <a:r>
                        <a:t/>
                      </a:r>
                      <a:endParaRPr b="1" i="0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1C5D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1" i="0" lang="en-GB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1" i="0" lang="en-GB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6F1"/>
                    </a:solidFill>
                  </a:tcPr>
                </a:tc>
              </a:tr>
              <a:tr h="142875">
                <a:tc>
                  <a:txBody>
                    <a:bodyPr/>
                    <a:lstStyle/>
                    <a:p>
                      <a:pPr indent="-127000" lvl="0" marL="1270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b="0" i="0" lang="en-GB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Car Features</a:t>
                      </a:r>
                      <a:endParaRPr sz="1100"/>
                    </a:p>
                  </a:txBody>
                  <a:tcPr marT="7150" marB="34300" marR="7150" marL="128600" anchor="b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0" i="0" lang="en-GB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0" i="0" lang="en-GB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Roboto"/>
                        <a:buNone/>
                      </a:pPr>
                      <a:r>
                        <a:t/>
                      </a:r>
                      <a:endParaRPr b="0" i="0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1C5D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0" i="0" lang="en-GB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0" i="0" lang="en-GB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</a:tr>
              <a:tr h="142875">
                <a:tc>
                  <a:txBody>
                    <a:bodyPr/>
                    <a:lstStyle/>
                    <a:p>
                      <a:pPr indent="-127000" lvl="0" marL="1270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b="0" i="0" lang="en-GB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Obtain User Manual</a:t>
                      </a:r>
                      <a:endParaRPr sz="1100"/>
                    </a:p>
                  </a:txBody>
                  <a:tcPr marT="7150" marB="34300" marR="7150" marL="128600" anchor="b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Roboto"/>
                        <a:buNone/>
                      </a:pPr>
                      <a:r>
                        <a:t/>
                      </a:r>
                      <a:endParaRPr b="0" i="0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1C5D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0" i="0" lang="en-GB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Roboto"/>
                        <a:buNone/>
                      </a:pPr>
                      <a:r>
                        <a:t/>
                      </a:r>
                      <a:endParaRPr b="0" i="0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1C5D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Roboto"/>
                        <a:buNone/>
                      </a:pPr>
                      <a:r>
                        <a:t/>
                      </a:r>
                      <a:endParaRPr b="0" i="0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1C5D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0" i="0" lang="en-GB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42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1" i="0" lang="en-GB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Warranty</a:t>
                      </a:r>
                      <a:endParaRPr sz="1100"/>
                    </a:p>
                  </a:txBody>
                  <a:tcPr marT="7150" marB="34300" marR="7150" marL="7150" anchor="b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1" i="0" lang="en-GB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1" i="0" lang="en-GB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Roboto"/>
                        <a:buNone/>
                      </a:pPr>
                      <a:r>
                        <a:t/>
                      </a:r>
                      <a:endParaRPr b="1" i="0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1C5D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1" i="0" lang="en-GB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1" i="0" lang="en-GB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6F1"/>
                    </a:solidFill>
                  </a:tcPr>
                </a:tc>
              </a:tr>
              <a:tr h="142875">
                <a:tc>
                  <a:txBody>
                    <a:bodyPr/>
                    <a:lstStyle/>
                    <a:p>
                      <a:pPr indent="-127000" lvl="0" marL="1270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b="0" i="0" lang="en-GB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Warranty Coverage</a:t>
                      </a:r>
                      <a:endParaRPr sz="1100"/>
                    </a:p>
                  </a:txBody>
                  <a:tcPr marT="7150" marB="34300" marR="7150" marL="128600" anchor="b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0" i="0" lang="en-GB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0" i="0" lang="en-GB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Roboto"/>
                        <a:buNone/>
                      </a:pPr>
                      <a:r>
                        <a:t/>
                      </a:r>
                      <a:endParaRPr b="0" i="0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1C5D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0" i="0" lang="en-GB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0" i="0" lang="en-GB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42875">
                <a:tc>
                  <a:txBody>
                    <a:bodyPr/>
                    <a:lstStyle/>
                    <a:p>
                      <a:pPr indent="-127000" lvl="0" marL="1270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b="0" i="0" lang="en-GB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Warranty Information</a:t>
                      </a:r>
                      <a:endParaRPr sz="1100"/>
                    </a:p>
                  </a:txBody>
                  <a:tcPr marT="7150" marB="34300" marR="7150" marL="128600" anchor="b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0" i="0" lang="en-GB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Roboto"/>
                        <a:buNone/>
                      </a:pPr>
                      <a:r>
                        <a:t/>
                      </a:r>
                      <a:endParaRPr b="0" i="0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1C5D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Roboto"/>
                        <a:buNone/>
                      </a:pPr>
                      <a:r>
                        <a:t/>
                      </a:r>
                      <a:endParaRPr b="0" i="0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1C5D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Roboto"/>
                        <a:buNone/>
                      </a:pPr>
                      <a:r>
                        <a:t/>
                      </a:r>
                      <a:endParaRPr b="0" i="0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1C5D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0" i="0" lang="en-GB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45"/>
          <p:cNvSpPr txBox="1"/>
          <p:nvPr>
            <p:ph idx="12" type="sldNum"/>
          </p:nvPr>
        </p:nvSpPr>
        <p:spPr>
          <a:xfrm>
            <a:off x="8501060" y="4686894"/>
            <a:ext cx="310749" cy="1565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8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‹#›</a:t>
            </a:fld>
            <a:endParaRPr sz="8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8" name="Google Shape;198;p45"/>
          <p:cNvSpPr txBox="1"/>
          <p:nvPr/>
        </p:nvSpPr>
        <p:spPr>
          <a:xfrm>
            <a:off x="296635" y="409731"/>
            <a:ext cx="5430884" cy="27697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50" spcFirstLastPara="1" rIns="68550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Inquiry / Analysis &amp; Key Highlights : 17 July –  23 July 2026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99" name="Google Shape;199;p45"/>
          <p:cNvGraphicFramePr/>
          <p:nvPr/>
        </p:nvGraphicFramePr>
        <p:xfrm>
          <a:off x="296635" y="82854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{93C284A9-C047-4CE7-A427-F8BDC51384B7}</a:tableStyleId>
              </a:tblPr>
              <a:tblGrid>
                <a:gridCol w="2502600"/>
                <a:gridCol w="862950"/>
                <a:gridCol w="1107450"/>
                <a:gridCol w="1107450"/>
                <a:gridCol w="1107450"/>
                <a:gridCol w="1107450"/>
              </a:tblGrid>
              <a:tr h="1214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Calibri"/>
                        <a:buNone/>
                      </a:pPr>
                      <a:r>
                        <a:rPr b="1" i="0" lang="en-GB" sz="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Division / Concern 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Calibri"/>
                        <a:buNone/>
                      </a:pPr>
                      <a:r>
                        <a:rPr b="1" i="0" lang="en-GB" sz="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e.MAS5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Calibri"/>
                        <a:buNone/>
                      </a:pPr>
                      <a:r>
                        <a:rPr b="1" i="0" lang="en-GB" sz="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e.MAS7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Calibri"/>
                        <a:buNone/>
                      </a:pPr>
                      <a:r>
                        <a:rPr b="1" i="0" lang="en-GB" sz="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e.MAS7 PHEV 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Calibri"/>
                        <a:buNone/>
                      </a:pPr>
                      <a:r>
                        <a:rPr b="1" i="0" lang="en-GB" sz="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NA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Calibri"/>
                        <a:buNone/>
                      </a:pPr>
                      <a:r>
                        <a:rPr b="1" i="0" lang="en-GB" sz="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Grand Total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6F1"/>
                    </a:solidFill>
                  </a:tcPr>
                </a:tc>
              </a:tr>
              <a:tr h="1214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Calibri"/>
                        <a:buNone/>
                      </a:pPr>
                      <a:r>
                        <a:rPr b="1" i="0" lang="en-GB" sz="8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Apps</a:t>
                      </a:r>
                      <a:endParaRPr sz="1100"/>
                    </a:p>
                  </a:txBody>
                  <a:tcPr marT="7150" marB="34300" marR="7150" marL="7150" anchor="b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35E7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Calibri"/>
                        <a:buNone/>
                      </a:pPr>
                      <a:r>
                        <a:rPr b="1" i="0" lang="en-GB" sz="8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35E7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Calibri"/>
                        <a:buNone/>
                      </a:pPr>
                      <a:r>
                        <a:rPr b="1" i="0" lang="en-GB" sz="8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17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35E7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Roboto"/>
                        <a:buNone/>
                      </a:pPr>
                      <a:r>
                        <a:t/>
                      </a:r>
                      <a:endParaRPr b="1" i="0" sz="8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35E7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Calibri"/>
                        <a:buNone/>
                      </a:pPr>
                      <a:r>
                        <a:rPr b="1" i="0" lang="en-GB" sz="8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35E7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Calibri"/>
                        <a:buNone/>
                      </a:pPr>
                      <a:r>
                        <a:rPr b="1" i="0" lang="en-GB" sz="8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39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35E7B"/>
                    </a:solidFill>
                  </a:tcPr>
                </a:tc>
              </a:tr>
              <a:tr h="1214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1" i="0" lang="en-GB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Information</a:t>
                      </a:r>
                      <a:endParaRPr sz="1100"/>
                    </a:p>
                  </a:txBody>
                  <a:tcPr marT="7150" marB="34300" marR="7150" marL="7150" anchor="b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1" i="0" lang="en-GB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1" i="0" lang="en-GB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13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Roboto"/>
                        <a:buNone/>
                      </a:pPr>
                      <a:r>
                        <a:t/>
                      </a:r>
                      <a:endParaRPr b="1" i="0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1C5D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1" i="0" lang="en-GB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1" i="0" lang="en-GB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34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6F1"/>
                    </a:solidFill>
                  </a:tcPr>
                </a:tc>
              </a:tr>
              <a:tr h="121425">
                <a:tc>
                  <a:txBody>
                    <a:bodyPr/>
                    <a:lstStyle/>
                    <a:p>
                      <a:pPr indent="-127000" lvl="0" marL="1270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b="0" i="0" lang="en-GB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Change Phone Number</a:t>
                      </a:r>
                      <a:endParaRPr sz="1100"/>
                    </a:p>
                  </a:txBody>
                  <a:tcPr marT="7150" marB="34300" marR="7150" marL="128600" anchor="b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0" i="0" lang="en-GB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0" i="0" lang="en-GB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Roboto"/>
                        <a:buNone/>
                      </a:pPr>
                      <a:r>
                        <a:t/>
                      </a:r>
                      <a:endParaRPr b="0" i="0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1C5D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0" i="0" lang="en-GB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0" i="0" lang="en-GB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</a:tr>
              <a:tr h="121425">
                <a:tc>
                  <a:txBody>
                    <a:bodyPr/>
                    <a:lstStyle/>
                    <a:p>
                      <a:pPr indent="-127000" lvl="0" marL="1270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b="0" i="0" lang="en-GB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Multiple Device Login</a:t>
                      </a:r>
                      <a:endParaRPr sz="1100"/>
                    </a:p>
                  </a:txBody>
                  <a:tcPr marT="7150" marB="34300" marR="7150" marL="128600" anchor="b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Roboto"/>
                        <a:buNone/>
                      </a:pPr>
                      <a:r>
                        <a:t/>
                      </a:r>
                      <a:endParaRPr b="0" i="0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1C5D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Roboto"/>
                        <a:buNone/>
                      </a:pPr>
                      <a:r>
                        <a:t/>
                      </a:r>
                      <a:endParaRPr b="0" i="0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1C5D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Roboto"/>
                        <a:buNone/>
                      </a:pPr>
                      <a:r>
                        <a:t/>
                      </a:r>
                      <a:endParaRPr b="0" i="0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1C5D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0" i="0" lang="en-GB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0" i="0" lang="en-GB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1425">
                <a:tc>
                  <a:txBody>
                    <a:bodyPr/>
                    <a:lstStyle/>
                    <a:p>
                      <a:pPr indent="-127000" lvl="0" marL="1270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b="0" i="0" lang="en-GB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Profile Reactivation</a:t>
                      </a:r>
                      <a:endParaRPr sz="1100"/>
                    </a:p>
                  </a:txBody>
                  <a:tcPr marT="7150" marB="34300" marR="7150" marL="128600" anchor="b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0" i="0" lang="en-GB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Roboto"/>
                        <a:buNone/>
                      </a:pPr>
                      <a:r>
                        <a:t/>
                      </a:r>
                      <a:endParaRPr b="0" i="0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1C5D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Roboto"/>
                        <a:buNone/>
                      </a:pPr>
                      <a:r>
                        <a:t/>
                      </a:r>
                      <a:endParaRPr b="0" i="0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1C5D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Roboto"/>
                        <a:buNone/>
                      </a:pPr>
                      <a:r>
                        <a:t/>
                      </a:r>
                      <a:endParaRPr b="0" i="0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1C5D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0" i="0" lang="en-GB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1425">
                <a:tc>
                  <a:txBody>
                    <a:bodyPr/>
                    <a:lstStyle/>
                    <a:p>
                      <a:pPr indent="-127000" lvl="0" marL="1270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b="0" i="0" lang="en-GB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Vehicle Linking</a:t>
                      </a:r>
                      <a:endParaRPr sz="1100"/>
                    </a:p>
                  </a:txBody>
                  <a:tcPr marT="7150" marB="34300" marR="7150" marL="128600" anchor="b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0" i="0" lang="en-GB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0" i="0" lang="en-GB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Roboto"/>
                        <a:buNone/>
                      </a:pPr>
                      <a:r>
                        <a:t/>
                      </a:r>
                      <a:endParaRPr b="0" i="0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1C5D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0" i="0" lang="en-GB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0" i="0" lang="en-GB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</a:tr>
              <a:tr h="121425">
                <a:tc>
                  <a:txBody>
                    <a:bodyPr/>
                    <a:lstStyle/>
                    <a:p>
                      <a:pPr indent="-127000" lvl="0" marL="1270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b="0" i="0" lang="en-GB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Vehicle Live Location</a:t>
                      </a:r>
                      <a:endParaRPr sz="1100"/>
                    </a:p>
                  </a:txBody>
                  <a:tcPr marT="7150" marB="34300" marR="7150" marL="128600" anchor="b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0" i="0" lang="en-GB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0" i="0" lang="en-GB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Roboto"/>
                        <a:buNone/>
                      </a:pPr>
                      <a:r>
                        <a:t/>
                      </a:r>
                      <a:endParaRPr b="0" i="0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1C5D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0" i="0" lang="en-GB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0" i="0" lang="en-GB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13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</a:tr>
              <a:tr h="1214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1" i="0" lang="en-GB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Operation</a:t>
                      </a:r>
                      <a:endParaRPr sz="1100"/>
                    </a:p>
                  </a:txBody>
                  <a:tcPr marT="7150" marB="34300" marR="7150" marL="7150" anchor="b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Roboto"/>
                        <a:buNone/>
                      </a:pPr>
                      <a:r>
                        <a:t/>
                      </a:r>
                      <a:endParaRPr b="1" i="0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1C5D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1" i="0" lang="en-GB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Roboto"/>
                        <a:buNone/>
                      </a:pPr>
                      <a:r>
                        <a:t/>
                      </a:r>
                      <a:endParaRPr b="1" i="0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1C5D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Roboto"/>
                        <a:buNone/>
                      </a:pPr>
                      <a:r>
                        <a:t/>
                      </a:r>
                      <a:endParaRPr b="1" i="0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1C5D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1" i="0" lang="en-GB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6F1"/>
                    </a:solidFill>
                  </a:tcPr>
                </a:tc>
              </a:tr>
              <a:tr h="121425">
                <a:tc>
                  <a:txBody>
                    <a:bodyPr/>
                    <a:lstStyle/>
                    <a:p>
                      <a:pPr indent="-127000" lvl="0" marL="1270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b="0" i="0" lang="en-GB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Data Balance Information</a:t>
                      </a:r>
                      <a:endParaRPr sz="1100"/>
                    </a:p>
                  </a:txBody>
                  <a:tcPr marT="7150" marB="34300" marR="7150" marL="128600" anchor="b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Roboto"/>
                        <a:buNone/>
                      </a:pPr>
                      <a:r>
                        <a:t/>
                      </a:r>
                      <a:endParaRPr b="0" i="0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1C5D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0" i="0" lang="en-GB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Roboto"/>
                        <a:buNone/>
                      </a:pPr>
                      <a:r>
                        <a:t/>
                      </a:r>
                      <a:endParaRPr b="0" i="0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1C5D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Roboto"/>
                        <a:buNone/>
                      </a:pPr>
                      <a:r>
                        <a:t/>
                      </a:r>
                      <a:endParaRPr b="0" i="0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1C5D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0" i="0" lang="en-GB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14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1" i="0" lang="en-GB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User ID</a:t>
                      </a:r>
                      <a:endParaRPr sz="1100"/>
                    </a:p>
                  </a:txBody>
                  <a:tcPr marT="7150" marB="34300" marR="7150" marL="7150" anchor="b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Roboto"/>
                        <a:buNone/>
                      </a:pPr>
                      <a:r>
                        <a:t/>
                      </a:r>
                      <a:endParaRPr b="1" i="0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1C5D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1" i="0" lang="en-GB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Roboto"/>
                        <a:buNone/>
                      </a:pPr>
                      <a:r>
                        <a:t/>
                      </a:r>
                      <a:endParaRPr b="1" i="0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1C5D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1" i="0" lang="en-GB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1" i="0" lang="en-GB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6F1"/>
                    </a:solidFill>
                  </a:tcPr>
                </a:tc>
              </a:tr>
              <a:tr h="121425">
                <a:tc>
                  <a:txBody>
                    <a:bodyPr/>
                    <a:lstStyle/>
                    <a:p>
                      <a:pPr indent="-127000" lvl="0" marL="1270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b="0" i="0" lang="en-GB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Information</a:t>
                      </a:r>
                      <a:endParaRPr sz="1100"/>
                    </a:p>
                  </a:txBody>
                  <a:tcPr marT="7150" marB="34300" marR="7150" marL="128600" anchor="b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Roboto"/>
                        <a:buNone/>
                      </a:pPr>
                      <a:r>
                        <a:t/>
                      </a:r>
                      <a:endParaRPr b="0" i="0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1C5D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0" i="0" lang="en-GB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Roboto"/>
                        <a:buNone/>
                      </a:pPr>
                      <a:r>
                        <a:t/>
                      </a:r>
                      <a:endParaRPr b="0" i="0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1C5D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0" i="0" lang="en-GB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0" i="0" lang="en-GB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00" name="Google Shape;200;p45"/>
          <p:cNvGraphicFramePr/>
          <p:nvPr/>
        </p:nvGraphicFramePr>
        <p:xfrm>
          <a:off x="296635" y="298390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{93C284A9-C047-4CE7-A427-F8BDC51384B7}</a:tableStyleId>
              </a:tblPr>
              <a:tblGrid>
                <a:gridCol w="2502600"/>
                <a:gridCol w="862950"/>
                <a:gridCol w="1107450"/>
                <a:gridCol w="1107450"/>
                <a:gridCol w="1107450"/>
                <a:gridCol w="1107450"/>
              </a:tblGrid>
              <a:tr h="1214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Calibri"/>
                        <a:buNone/>
                      </a:pPr>
                      <a:r>
                        <a:rPr b="1" i="0" lang="en-GB" sz="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Division / Concern 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Calibri"/>
                        <a:buNone/>
                      </a:pPr>
                      <a:r>
                        <a:rPr b="1" i="0" lang="en-GB" sz="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e.MAS5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Calibri"/>
                        <a:buNone/>
                      </a:pPr>
                      <a:r>
                        <a:rPr b="1" i="0" lang="en-GB" sz="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e.MAS7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Calibri"/>
                        <a:buNone/>
                      </a:pPr>
                      <a:r>
                        <a:rPr b="1" i="0" lang="en-GB" sz="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e.MAS7 PHEV 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Calibri"/>
                        <a:buNone/>
                      </a:pPr>
                      <a:r>
                        <a:rPr b="1" i="0" lang="en-GB" sz="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NA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Calibri"/>
                        <a:buNone/>
                      </a:pPr>
                      <a:r>
                        <a:rPr b="1" i="0" lang="en-GB" sz="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Grand Total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6F1"/>
                    </a:solidFill>
                  </a:tcPr>
                </a:tc>
              </a:tr>
              <a:tr h="1214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Calibri"/>
                        <a:buNone/>
                      </a:pPr>
                      <a:r>
                        <a:rPr b="1" i="0" lang="en-GB" sz="8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Charging</a:t>
                      </a:r>
                      <a:endParaRPr sz="1100"/>
                    </a:p>
                  </a:txBody>
                  <a:tcPr marT="7150" marB="34300" marR="7150" marL="7150" anchor="b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35E7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Calibri"/>
                        <a:buNone/>
                      </a:pPr>
                      <a:r>
                        <a:rPr b="1" i="0" lang="en-GB" sz="8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35E7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Calibri"/>
                        <a:buNone/>
                      </a:pPr>
                      <a:r>
                        <a:rPr b="1" i="0" lang="en-GB" sz="8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35E7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Calibri"/>
                        <a:buNone/>
                      </a:pPr>
                      <a:r>
                        <a:rPr b="1" i="0" lang="en-GB" sz="8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35E7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Calibri"/>
                        <a:buNone/>
                      </a:pPr>
                      <a:r>
                        <a:rPr b="1" i="0" lang="en-GB" sz="8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35E7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Calibri"/>
                        <a:buNone/>
                      </a:pPr>
                      <a:r>
                        <a:rPr b="1" i="0" lang="en-GB" sz="8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38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35E7B"/>
                    </a:solidFill>
                  </a:tcPr>
                </a:tc>
              </a:tr>
              <a:tr h="1214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1" i="0" lang="en-GB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Home Charging</a:t>
                      </a:r>
                      <a:endParaRPr sz="1100"/>
                    </a:p>
                  </a:txBody>
                  <a:tcPr marT="7150" marB="34300" marR="7150" marL="7150" anchor="b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1" i="0" lang="en-GB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1" i="0" lang="en-GB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1" i="0" lang="en-GB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1" i="0" lang="en-GB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1" i="0" lang="en-GB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31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6F1"/>
                    </a:solidFill>
                  </a:tcPr>
                </a:tc>
              </a:tr>
              <a:tr h="121425">
                <a:tc>
                  <a:txBody>
                    <a:bodyPr/>
                    <a:lstStyle/>
                    <a:p>
                      <a:pPr indent="-127000" lvl="0" marL="1270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b="0" i="0" lang="en-GB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Assessment</a:t>
                      </a:r>
                      <a:endParaRPr sz="1100"/>
                    </a:p>
                  </a:txBody>
                  <a:tcPr marT="7150" marB="34300" marR="7150" marL="128600" anchor="b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0" i="0" lang="en-GB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0" i="0" lang="en-GB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0" i="0" lang="en-GB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0" i="0" lang="en-GB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0" i="0" lang="en-GB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23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</a:tr>
              <a:tr h="121425">
                <a:tc>
                  <a:txBody>
                    <a:bodyPr/>
                    <a:lstStyle/>
                    <a:p>
                      <a:pPr indent="-127000" lvl="0" marL="1270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b="0" i="0" lang="en-GB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Installation</a:t>
                      </a:r>
                      <a:endParaRPr sz="1100"/>
                    </a:p>
                  </a:txBody>
                  <a:tcPr marT="7150" marB="34300" marR="7150" marL="128600" anchor="b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0" i="0" lang="en-GB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0" i="0" lang="en-GB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0" i="0" lang="en-GB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0" i="0" lang="en-GB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0" i="0" lang="en-GB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</a:tr>
              <a:tr h="121425">
                <a:tc>
                  <a:txBody>
                    <a:bodyPr/>
                    <a:lstStyle/>
                    <a:p>
                      <a:pPr indent="-127000" lvl="0" marL="1270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b="0" i="0" lang="en-GB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Wallbox Purchase</a:t>
                      </a:r>
                      <a:endParaRPr sz="1100"/>
                    </a:p>
                  </a:txBody>
                  <a:tcPr marT="7150" marB="34300" marR="7150" marL="128600" anchor="b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Roboto"/>
                        <a:buNone/>
                      </a:pPr>
                      <a:r>
                        <a:t/>
                      </a:r>
                      <a:endParaRPr b="0" i="0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1C5D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Roboto"/>
                        <a:buNone/>
                      </a:pPr>
                      <a:r>
                        <a:t/>
                      </a:r>
                      <a:endParaRPr b="0" i="0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1C5D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Roboto"/>
                        <a:buNone/>
                      </a:pPr>
                      <a:r>
                        <a:t/>
                      </a:r>
                      <a:endParaRPr b="0" i="0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1C5D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0" i="0" lang="en-GB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0" i="0" lang="en-GB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1425">
                <a:tc>
                  <a:txBody>
                    <a:bodyPr/>
                    <a:lstStyle/>
                    <a:p>
                      <a:pPr indent="-127000" lvl="0" marL="1270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b="0" i="0" lang="en-GB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Warranty</a:t>
                      </a:r>
                      <a:endParaRPr sz="1100"/>
                    </a:p>
                  </a:txBody>
                  <a:tcPr marT="7150" marB="34300" marR="7150" marL="128600" anchor="b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0" i="0" lang="en-GB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Roboto"/>
                        <a:buNone/>
                      </a:pPr>
                      <a:r>
                        <a:t/>
                      </a:r>
                      <a:endParaRPr b="0" i="0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1C5D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Roboto"/>
                        <a:buNone/>
                      </a:pPr>
                      <a:r>
                        <a:t/>
                      </a:r>
                      <a:endParaRPr b="0" i="0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1C5D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0" i="0" lang="en-GB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0" i="0" lang="en-GB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14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1" i="0" lang="en-GB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Public Charging</a:t>
                      </a:r>
                      <a:endParaRPr sz="1100"/>
                    </a:p>
                  </a:txBody>
                  <a:tcPr marT="7150" marB="34300" marR="7150" marL="7150" anchor="b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1" i="0" lang="en-GB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1" i="0" lang="en-GB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Roboto"/>
                        <a:buNone/>
                      </a:pPr>
                      <a:r>
                        <a:t/>
                      </a:r>
                      <a:endParaRPr b="1" i="0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1" i="0" lang="en-GB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1" i="0" lang="en-GB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6F1"/>
                    </a:solidFill>
                  </a:tcPr>
                </a:tc>
              </a:tr>
              <a:tr h="121425">
                <a:tc>
                  <a:txBody>
                    <a:bodyPr/>
                    <a:lstStyle/>
                    <a:p>
                      <a:pPr indent="-127000" lvl="0" marL="1270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b="0" i="0" lang="en-GB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Charging Procedure</a:t>
                      </a:r>
                      <a:endParaRPr sz="1100"/>
                    </a:p>
                  </a:txBody>
                  <a:tcPr marT="7150" marB="34300" marR="7150" marL="128600" anchor="b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Roboto"/>
                        <a:buNone/>
                      </a:pPr>
                      <a:r>
                        <a:t/>
                      </a:r>
                      <a:endParaRPr b="0" i="0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1C5D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Roboto"/>
                        <a:buNone/>
                      </a:pPr>
                      <a:r>
                        <a:t/>
                      </a:r>
                      <a:endParaRPr b="0" i="0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1C5D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Roboto"/>
                        <a:buNone/>
                      </a:pPr>
                      <a:r>
                        <a:t/>
                      </a:r>
                      <a:endParaRPr b="0" i="0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1C5D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0" i="0" lang="en-GB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0" i="0" lang="en-GB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1425">
                <a:tc>
                  <a:txBody>
                    <a:bodyPr/>
                    <a:lstStyle/>
                    <a:p>
                      <a:pPr indent="-127000" lvl="0" marL="1270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b="0" i="0" lang="en-GB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Pre-Authorization</a:t>
                      </a:r>
                      <a:endParaRPr sz="1100"/>
                    </a:p>
                  </a:txBody>
                  <a:tcPr marT="7150" marB="34300" marR="7150" marL="128600" anchor="b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0" i="0" lang="en-GB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0" i="0" lang="en-GB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Roboto"/>
                        <a:buNone/>
                      </a:pPr>
                      <a:r>
                        <a:t/>
                      </a:r>
                      <a:endParaRPr b="0" i="0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1C5D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Roboto"/>
                        <a:buNone/>
                      </a:pPr>
                      <a:r>
                        <a:t/>
                      </a:r>
                      <a:endParaRPr b="0" i="0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1C5D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0" i="0" lang="en-GB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1425">
                <a:tc>
                  <a:txBody>
                    <a:bodyPr/>
                    <a:lstStyle/>
                    <a:p>
                      <a:pPr indent="-127000" lvl="0" marL="1270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b="0" i="0" lang="en-GB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Promotion</a:t>
                      </a:r>
                      <a:endParaRPr sz="1100"/>
                    </a:p>
                  </a:txBody>
                  <a:tcPr marT="7150" marB="34300" marR="7150" marL="128600" anchor="b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Roboto"/>
                        <a:buNone/>
                      </a:pPr>
                      <a:r>
                        <a:t/>
                      </a:r>
                      <a:endParaRPr b="0" i="0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1C5D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0" i="0" lang="en-GB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Roboto"/>
                        <a:buNone/>
                      </a:pPr>
                      <a:r>
                        <a:t/>
                      </a:r>
                      <a:endParaRPr b="0" i="0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1C5D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Roboto"/>
                        <a:buNone/>
                      </a:pPr>
                      <a:r>
                        <a:t/>
                      </a:r>
                      <a:endParaRPr b="0" i="0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1C5D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0" i="0" lang="en-GB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1425">
                <a:tc>
                  <a:txBody>
                    <a:bodyPr/>
                    <a:lstStyle/>
                    <a:p>
                      <a:pPr indent="-127000" lvl="0" marL="1270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b="0" i="0" lang="en-GB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Billing</a:t>
                      </a:r>
                      <a:endParaRPr sz="1100"/>
                    </a:p>
                  </a:txBody>
                  <a:tcPr marT="7150" marB="34300" marR="7150" marL="128600" anchor="b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Roboto"/>
                        <a:buNone/>
                      </a:pPr>
                      <a:r>
                        <a:t/>
                      </a:r>
                      <a:endParaRPr b="0" i="0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1C5D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Roboto"/>
                        <a:buNone/>
                      </a:pPr>
                      <a:r>
                        <a:t/>
                      </a:r>
                      <a:endParaRPr b="0" i="0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1C5D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Roboto"/>
                        <a:buNone/>
                      </a:pPr>
                      <a:r>
                        <a:t/>
                      </a:r>
                      <a:endParaRPr b="0" i="0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1C5D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0" i="0" lang="en-GB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0" i="0" lang="en-GB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46"/>
          <p:cNvSpPr txBox="1"/>
          <p:nvPr>
            <p:ph idx="12" type="sldNum"/>
          </p:nvPr>
        </p:nvSpPr>
        <p:spPr>
          <a:xfrm>
            <a:off x="8501060" y="4686894"/>
            <a:ext cx="310749" cy="1565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8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‹#›</a:t>
            </a:fld>
            <a:endParaRPr sz="8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6" name="Google Shape;206;p46"/>
          <p:cNvSpPr txBox="1"/>
          <p:nvPr/>
        </p:nvSpPr>
        <p:spPr>
          <a:xfrm>
            <a:off x="292884" y="389157"/>
            <a:ext cx="5430884" cy="27696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50" spcFirstLastPara="1" rIns="68550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Inquiry / Analysis &amp; Key Highlights : 17 July –  23 July 2026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07" name="Google Shape;207;p46"/>
          <p:cNvGraphicFramePr/>
          <p:nvPr/>
        </p:nvGraphicFramePr>
        <p:xfrm>
          <a:off x="291190" y="276694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{93C284A9-C047-4CE7-A427-F8BDC51384B7}</a:tableStyleId>
              </a:tblPr>
              <a:tblGrid>
                <a:gridCol w="2491800"/>
                <a:gridCol w="859225"/>
                <a:gridCol w="1102700"/>
                <a:gridCol w="1102700"/>
                <a:gridCol w="1102700"/>
                <a:gridCol w="1102700"/>
              </a:tblGrid>
              <a:tr h="1996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Calibri"/>
                        <a:buNone/>
                      </a:pPr>
                      <a:r>
                        <a:rPr b="1" i="0" lang="en-GB" sz="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Division / Concern 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Calibri"/>
                        <a:buNone/>
                      </a:pPr>
                      <a:r>
                        <a:rPr b="1" i="0" lang="en-GB" sz="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e.MAS5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Calibri"/>
                        <a:buNone/>
                      </a:pPr>
                      <a:r>
                        <a:rPr b="1" i="0" lang="en-GB" sz="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e.MAS7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Calibri"/>
                        <a:buNone/>
                      </a:pPr>
                      <a:r>
                        <a:rPr b="1" i="0" lang="en-GB" sz="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e.MAS7 PHEV 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Calibri"/>
                        <a:buNone/>
                      </a:pPr>
                      <a:r>
                        <a:rPr b="1" i="0" lang="en-GB" sz="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NA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Calibri"/>
                        <a:buNone/>
                      </a:pPr>
                      <a:r>
                        <a:rPr b="1" i="0" lang="en-GB" sz="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Grand Total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6F1"/>
                    </a:solidFill>
                  </a:tcPr>
                </a:tc>
              </a:tr>
              <a:tr h="199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Calibri"/>
                        <a:buNone/>
                      </a:pPr>
                      <a:r>
                        <a:rPr b="1" i="0" lang="en-GB" sz="8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Marketing</a:t>
                      </a:r>
                      <a:endParaRPr sz="1100"/>
                    </a:p>
                  </a:txBody>
                  <a:tcPr marT="7150" marB="34300" marR="7150" marL="7150" anchor="b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35E7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Roboto"/>
                        <a:buNone/>
                      </a:pPr>
                      <a:r>
                        <a:t/>
                      </a:r>
                      <a:endParaRPr b="1" i="0" sz="8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35E7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Roboto"/>
                        <a:buNone/>
                      </a:pPr>
                      <a:r>
                        <a:t/>
                      </a:r>
                      <a:endParaRPr b="1" i="0" sz="8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35E7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Roboto"/>
                        <a:buNone/>
                      </a:pPr>
                      <a:r>
                        <a:t/>
                      </a:r>
                      <a:endParaRPr b="1" i="0" sz="8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35E7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Calibri"/>
                        <a:buNone/>
                      </a:pPr>
                      <a:r>
                        <a:rPr b="1" i="0" lang="en-GB" sz="8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35E7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Calibri"/>
                        <a:buNone/>
                      </a:pPr>
                      <a:r>
                        <a:rPr b="1" i="0" lang="en-GB" sz="8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35E7B"/>
                    </a:solidFill>
                  </a:tcPr>
                </a:tc>
              </a:tr>
              <a:tr h="199650">
                <a:tc>
                  <a:txBody>
                    <a:bodyPr/>
                    <a:lstStyle/>
                    <a:p>
                      <a:pPr indent="-127000" lvl="0" marL="1270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b="0" i="0" lang="en-GB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Event/Campaign</a:t>
                      </a:r>
                      <a:endParaRPr sz="1100"/>
                    </a:p>
                  </a:txBody>
                  <a:tcPr marT="7150" marB="34300" marR="7150" marL="128600" anchor="b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Roboto"/>
                        <a:buNone/>
                      </a:pPr>
                      <a:r>
                        <a:t/>
                      </a:r>
                      <a:endParaRPr b="0" i="0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1C5D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Roboto"/>
                        <a:buNone/>
                      </a:pPr>
                      <a:r>
                        <a:t/>
                      </a:r>
                      <a:endParaRPr b="0" i="0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1C5D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Roboto"/>
                        <a:buNone/>
                      </a:pPr>
                      <a:r>
                        <a:t/>
                      </a:r>
                      <a:endParaRPr b="0" i="0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1C5D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0" i="0" lang="en-GB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0" i="0" lang="en-GB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9650">
                <a:tc>
                  <a:txBody>
                    <a:bodyPr/>
                    <a:lstStyle/>
                    <a:p>
                      <a:pPr indent="-127000" lvl="0" marL="1270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b="0" i="0" lang="en-GB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Partnership / Collaboration</a:t>
                      </a:r>
                      <a:endParaRPr sz="1100"/>
                    </a:p>
                  </a:txBody>
                  <a:tcPr marT="7150" marB="34300" marR="7150" marL="128600" anchor="b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Roboto"/>
                        <a:buNone/>
                      </a:pPr>
                      <a:r>
                        <a:t/>
                      </a:r>
                      <a:endParaRPr b="0" i="0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1C5D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Roboto"/>
                        <a:buNone/>
                      </a:pPr>
                      <a:r>
                        <a:t/>
                      </a:r>
                      <a:endParaRPr b="0" i="0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1C5D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Roboto"/>
                        <a:buNone/>
                      </a:pPr>
                      <a:r>
                        <a:t/>
                      </a:r>
                      <a:endParaRPr b="0" i="0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1C5D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0" i="0" lang="en-GB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0" i="0" lang="en-GB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9650">
                <a:tc>
                  <a:txBody>
                    <a:bodyPr/>
                    <a:lstStyle/>
                    <a:p>
                      <a:pPr indent="-127000" lvl="0" marL="1270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b="0" i="0" lang="en-GB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Proposal</a:t>
                      </a:r>
                      <a:endParaRPr sz="1100"/>
                    </a:p>
                  </a:txBody>
                  <a:tcPr marT="7150" marB="34300" marR="7150" marL="128600" anchor="b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Roboto"/>
                        <a:buNone/>
                      </a:pPr>
                      <a:r>
                        <a:t/>
                      </a:r>
                      <a:endParaRPr b="0" i="0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1C5D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Roboto"/>
                        <a:buNone/>
                      </a:pPr>
                      <a:r>
                        <a:t/>
                      </a:r>
                      <a:endParaRPr b="0" i="0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1C5D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Roboto"/>
                        <a:buNone/>
                      </a:pPr>
                      <a:r>
                        <a:t/>
                      </a:r>
                      <a:endParaRPr b="0" i="0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1C5D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0" i="0" lang="en-GB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0" i="0" lang="en-GB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</a:tr>
              <a:tr h="199650">
                <a:tc>
                  <a:txBody>
                    <a:bodyPr/>
                    <a:lstStyle/>
                    <a:p>
                      <a:pPr indent="-127000" lvl="0" marL="1270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b="0" i="0" lang="en-GB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Sponsorship</a:t>
                      </a:r>
                      <a:endParaRPr sz="1100"/>
                    </a:p>
                  </a:txBody>
                  <a:tcPr marT="7150" marB="34300" marR="7150" marL="128600" anchor="b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Roboto"/>
                        <a:buNone/>
                      </a:pPr>
                      <a:r>
                        <a:t/>
                      </a:r>
                      <a:endParaRPr b="0" i="0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1C5D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Roboto"/>
                        <a:buNone/>
                      </a:pPr>
                      <a:r>
                        <a:t/>
                      </a:r>
                      <a:endParaRPr b="0" i="0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1C5D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Roboto"/>
                        <a:buNone/>
                      </a:pPr>
                      <a:r>
                        <a:t/>
                      </a:r>
                      <a:endParaRPr b="0" i="0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1C5D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0" i="0" lang="en-GB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0" i="0" lang="en-GB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08" name="Google Shape;208;p46"/>
          <p:cNvGraphicFramePr/>
          <p:nvPr/>
        </p:nvGraphicFramePr>
        <p:xfrm>
          <a:off x="291190" y="113953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{93C284A9-C047-4CE7-A427-F8BDC51384B7}</a:tableStyleId>
              </a:tblPr>
              <a:tblGrid>
                <a:gridCol w="2499475"/>
                <a:gridCol w="861900"/>
                <a:gridCol w="1106100"/>
                <a:gridCol w="1106100"/>
                <a:gridCol w="1106100"/>
                <a:gridCol w="1106100"/>
              </a:tblGrid>
              <a:tr h="1903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Calibri"/>
                        <a:buNone/>
                      </a:pPr>
                      <a:r>
                        <a:rPr b="1" i="0" lang="en-GB" sz="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Division / Concern 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30198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0178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0198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Calibri"/>
                        <a:buNone/>
                      </a:pPr>
                      <a:r>
                        <a:rPr b="1" i="0" lang="en-GB" sz="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e.MAS5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10178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0218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0178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Calibri"/>
                        <a:buNone/>
                      </a:pPr>
                      <a:r>
                        <a:rPr b="1" i="0" lang="en-GB" sz="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e.MAS7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70218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01C8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0218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Calibri"/>
                        <a:buNone/>
                      </a:pPr>
                      <a:r>
                        <a:rPr b="1" i="0" lang="en-GB" sz="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e.MAS7 PHEV 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301C8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0258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01C8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Calibri"/>
                        <a:buNone/>
                      </a:pPr>
                      <a:r>
                        <a:rPr b="1" i="0" lang="en-GB" sz="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NA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10258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0248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0258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Calibri"/>
                        <a:buNone/>
                      </a:pPr>
                      <a:r>
                        <a:rPr b="1" i="0" lang="en-GB" sz="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Grand Total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70248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0248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0248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6F1"/>
                    </a:solidFill>
                  </a:tcPr>
                </a:tc>
              </a:tr>
              <a:tr h="190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Calibri"/>
                        <a:buNone/>
                      </a:pPr>
                      <a:r>
                        <a:rPr b="1" i="0" lang="en-GB" sz="8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Product</a:t>
                      </a:r>
                      <a:endParaRPr sz="1100"/>
                    </a:p>
                  </a:txBody>
                  <a:tcPr marT="7150" marB="34300" marR="7150" marL="7150" anchor="b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35E7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Calibri"/>
                        <a:buNone/>
                      </a:pPr>
                      <a:r>
                        <a:rPr b="1" i="0" lang="en-GB" sz="8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35E7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Calibri"/>
                        <a:buNone/>
                      </a:pPr>
                      <a:r>
                        <a:rPr b="1" i="0" lang="en-GB" sz="8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35E7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Roboto"/>
                        <a:buNone/>
                      </a:pPr>
                      <a:r>
                        <a:t/>
                      </a:r>
                      <a:endParaRPr b="1" i="0" sz="8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35E7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Calibri"/>
                        <a:buNone/>
                      </a:pPr>
                      <a:r>
                        <a:rPr b="1" i="0" lang="en-GB" sz="8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35E7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Calibri"/>
                        <a:buNone/>
                      </a:pPr>
                      <a:r>
                        <a:rPr b="1" i="0" lang="en-GB" sz="8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35E7B"/>
                    </a:solidFill>
                  </a:tcPr>
                </a:tc>
              </a:tr>
              <a:tr h="190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1" i="0" lang="en-GB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Infotainment</a:t>
                      </a:r>
                      <a:endParaRPr sz="1100"/>
                    </a:p>
                  </a:txBody>
                  <a:tcPr marT="7150" marB="34300" marR="7150" marL="7150" anchor="b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1" i="0" lang="en-GB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1" i="0" lang="en-GB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Roboto"/>
                        <a:buNone/>
                      </a:pPr>
                      <a:r>
                        <a:t/>
                      </a:r>
                      <a:endParaRPr b="1" i="0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1C5D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1" i="0" lang="en-GB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1" i="0" lang="en-GB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6F1"/>
                    </a:solidFill>
                  </a:tcPr>
                </a:tc>
              </a:tr>
              <a:tr h="190350">
                <a:tc>
                  <a:txBody>
                    <a:bodyPr/>
                    <a:lstStyle/>
                    <a:p>
                      <a:pPr indent="-127000" lvl="0" marL="1270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b="0" i="0" lang="en-GB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Data Information</a:t>
                      </a:r>
                      <a:endParaRPr sz="1100"/>
                    </a:p>
                  </a:txBody>
                  <a:tcPr marT="7150" marB="34300" marR="7150" marL="128600" anchor="b">
                    <a:lnL cap="flat" cmpd="sng" w="9525">
                      <a:solidFill>
                        <a:srgbClr val="00737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5E7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0" i="0" lang="en-GB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E05E7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0697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0" i="0" lang="en-GB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60697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627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Roboto"/>
                        <a:buNone/>
                      </a:pPr>
                      <a:r>
                        <a:t/>
                      </a:r>
                      <a:endParaRPr b="0" i="0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D0627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50747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1C5D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Roboto"/>
                        <a:buNone/>
                      </a:pPr>
                      <a:r>
                        <a:t/>
                      </a:r>
                      <a:endParaRPr b="0" i="0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50747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737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1C5D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0" i="0" lang="en-GB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737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737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350">
                <a:tc>
                  <a:txBody>
                    <a:bodyPr/>
                    <a:lstStyle/>
                    <a:p>
                      <a:pPr indent="-127000" lvl="0" marL="1270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b="0" i="0" lang="en-GB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Software Updates</a:t>
                      </a:r>
                      <a:endParaRPr sz="1100"/>
                    </a:p>
                  </a:txBody>
                  <a:tcPr marT="7150" marB="34300" marR="7150" marL="128600" anchor="b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0" i="0" lang="en-GB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0" i="0" lang="en-GB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Roboto"/>
                        <a:buNone/>
                      </a:pPr>
                      <a:r>
                        <a:t/>
                      </a:r>
                      <a:endParaRPr b="0" i="0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1C5D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Roboto"/>
                        <a:buNone/>
                      </a:pPr>
                      <a:r>
                        <a:t/>
                      </a:r>
                      <a:endParaRPr b="0" i="0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1C5D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0" i="0" lang="en-GB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350">
                <a:tc>
                  <a:txBody>
                    <a:bodyPr/>
                    <a:lstStyle/>
                    <a:p>
                      <a:pPr indent="-127000" lvl="0" marL="1270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b="0" i="0" lang="en-GB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Vehicle Settings</a:t>
                      </a:r>
                      <a:endParaRPr sz="1100"/>
                    </a:p>
                  </a:txBody>
                  <a:tcPr marT="7150" marB="34300" marR="7150" marL="128600" anchor="b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0" i="0" lang="en-GB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0" i="0" lang="en-GB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Roboto"/>
                        <a:buNone/>
                      </a:pPr>
                      <a:r>
                        <a:t/>
                      </a:r>
                      <a:endParaRPr b="0" i="0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1C5D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0" i="0" lang="en-GB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0" i="0" lang="en-GB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47"/>
          <p:cNvSpPr txBox="1"/>
          <p:nvPr/>
        </p:nvSpPr>
        <p:spPr>
          <a:xfrm>
            <a:off x="286643" y="412968"/>
            <a:ext cx="5438024" cy="25388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50" spcFirstLastPara="1" rIns="68550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GB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Proton e.MAS RSA case : 17 July – 23 July 2026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14" name="Google Shape;214;p47"/>
          <p:cNvGraphicFramePr/>
          <p:nvPr/>
        </p:nvGraphicFramePr>
        <p:xfrm>
          <a:off x="141517" y="78376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{802147B6-3F87-40DF-B6F5-D0D6A060A4DB}</a:tableStyleId>
              </a:tblPr>
              <a:tblGrid>
                <a:gridCol w="1261200"/>
                <a:gridCol w="852525"/>
                <a:gridCol w="810275"/>
                <a:gridCol w="887775"/>
                <a:gridCol w="1528950"/>
                <a:gridCol w="1310525"/>
                <a:gridCol w="1182150"/>
                <a:gridCol w="1024225"/>
              </a:tblGrid>
              <a:tr h="155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Roboto"/>
                        <a:buNone/>
                      </a:pPr>
                      <a:r>
                        <a:rPr b="1" lang="en-GB" sz="800" u="none" cap="none" strike="noStrike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Vehicle Model</a:t>
                      </a:r>
                      <a:endParaRPr sz="1100"/>
                    </a:p>
                  </a:txBody>
                  <a:tcPr marT="12700" marB="12700" marR="19050" marL="190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4141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075">
                      <a:solidFill>
                        <a:srgbClr val="14141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075">
                      <a:solidFill>
                        <a:srgbClr val="14141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Roboto"/>
                        <a:buNone/>
                      </a:pPr>
                      <a:r>
                        <a:rPr b="1" lang="en-GB" sz="800" u="none" cap="none" strike="noStrike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Incident Date</a:t>
                      </a:r>
                      <a:endParaRPr b="1" sz="8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2700" marB="12700" marR="19050" marL="19050" anchor="ctr">
                    <a:lnL cap="flat" cmpd="sng" w="9525">
                      <a:solidFill>
                        <a:srgbClr val="14141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4141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075">
                      <a:solidFill>
                        <a:srgbClr val="14141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075">
                      <a:solidFill>
                        <a:srgbClr val="14141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Roboto"/>
                        <a:buNone/>
                      </a:pPr>
                      <a:r>
                        <a:rPr b="1" lang="en-GB" sz="800" u="none" cap="none" strike="noStrike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Vehicle No.</a:t>
                      </a:r>
                      <a:endParaRPr b="1" sz="8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2700" marB="12700" marR="19050" marL="19050" anchor="ctr">
                    <a:lnL cap="flat" cmpd="sng" w="9525">
                      <a:solidFill>
                        <a:srgbClr val="14141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4141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075">
                      <a:solidFill>
                        <a:srgbClr val="14141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075">
                      <a:solidFill>
                        <a:srgbClr val="14141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Roboto"/>
                        <a:buNone/>
                      </a:pPr>
                      <a:r>
                        <a:rPr b="1" lang="en-GB" sz="800" u="none" cap="none" strike="noStrike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Cause of Breakdown</a:t>
                      </a:r>
                      <a:endParaRPr b="1" sz="8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2700" marB="12700" marR="19050" marL="19050" anchor="ctr">
                    <a:lnL cap="flat" cmpd="sng" w="9525">
                      <a:solidFill>
                        <a:srgbClr val="14141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4141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075">
                      <a:solidFill>
                        <a:srgbClr val="14141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075">
                      <a:solidFill>
                        <a:srgbClr val="14141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Roboto"/>
                        <a:buNone/>
                      </a:pPr>
                      <a:r>
                        <a:rPr b="1" lang="en-GB" sz="800" u="none" cap="none" strike="noStrike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Purchased From</a:t>
                      </a:r>
                      <a:endParaRPr b="1" sz="8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2700" marB="12700" marR="19050" marL="19050" anchor="ctr">
                    <a:lnL cap="flat" cmpd="sng" w="9525">
                      <a:solidFill>
                        <a:srgbClr val="14141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4141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075">
                      <a:solidFill>
                        <a:srgbClr val="14141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075">
                      <a:solidFill>
                        <a:srgbClr val="14141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Roboto"/>
                        <a:buNone/>
                      </a:pPr>
                      <a:r>
                        <a:rPr b="1" lang="en-GB" sz="800" u="none" cap="none" strike="noStrike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Breakdown Location</a:t>
                      </a:r>
                      <a:endParaRPr b="1" sz="8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2700" marB="12700" marR="19050" marL="19050" anchor="ctr">
                    <a:lnL cap="flat" cmpd="sng" w="9525">
                      <a:solidFill>
                        <a:srgbClr val="14141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4141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075">
                      <a:solidFill>
                        <a:srgbClr val="14141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075">
                      <a:solidFill>
                        <a:srgbClr val="14141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Roboto"/>
                        <a:buNone/>
                      </a:pPr>
                      <a:r>
                        <a:rPr b="1" lang="en-GB" sz="800" u="none" cap="none" strike="noStrike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Arrived Location</a:t>
                      </a:r>
                      <a:endParaRPr b="1" sz="8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2700" marB="12700" marR="19050" marL="19050" anchor="ctr">
                    <a:lnL cap="flat" cmpd="sng" w="9525">
                      <a:solidFill>
                        <a:srgbClr val="14141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4141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075">
                      <a:solidFill>
                        <a:srgbClr val="14141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075">
                      <a:solidFill>
                        <a:srgbClr val="14141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Roboto"/>
                        <a:buNone/>
                      </a:pPr>
                      <a:r>
                        <a:rPr b="1" lang="en-GB" sz="800" u="none" cap="none" strike="noStrike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Remarks</a:t>
                      </a:r>
                      <a:endParaRPr b="1" sz="8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2700" marB="12700" marR="19050" marL="19050" anchor="ctr">
                    <a:lnL cap="flat" cmpd="sng" w="9525">
                      <a:solidFill>
                        <a:srgbClr val="14141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4141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075">
                      <a:solidFill>
                        <a:srgbClr val="14141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075">
                      <a:solidFill>
                        <a:srgbClr val="14141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</a:tr>
              <a:tr h="278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Roboto"/>
                        <a:buNone/>
                      </a:pPr>
                      <a:r>
                        <a:rPr b="0" i="0" lang="en-GB" sz="800" u="none" cap="none" strike="noStrike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e.MAS7 Premium</a:t>
                      </a:r>
                      <a:endParaRPr sz="1100"/>
                    </a:p>
                  </a:txBody>
                  <a:tcPr marT="34300" marB="34300" marR="68600" marL="68600" anchor="ctr">
                    <a:lnT cap="flat" cmpd="sng" w="10075">
                      <a:solidFill>
                        <a:srgbClr val="14141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Roboto"/>
                        <a:buNone/>
                      </a:pPr>
                      <a:r>
                        <a:rPr b="0" i="0" lang="en-GB" sz="800" u="none" cap="none" strike="noStrike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17 Jul 2026</a:t>
                      </a:r>
                      <a:endParaRPr sz="1100"/>
                    </a:p>
                  </a:txBody>
                  <a:tcPr marT="34300" marB="34300" marR="68600" marL="68600" anchor="ctr">
                    <a:lnT cap="flat" cmpd="sng" w="10075">
                      <a:solidFill>
                        <a:srgbClr val="14141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en-GB" sz="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MED7756</a:t>
                      </a:r>
                      <a:endParaRPr sz="1400" u="none" cap="none" strike="noStrike"/>
                    </a:p>
                  </a:txBody>
                  <a:tcPr marT="34300" marB="34300" marR="68600" marL="68600" anchor="ctr">
                    <a:lnT cap="flat" cmpd="sng" w="10075">
                      <a:solidFill>
                        <a:srgbClr val="14141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Roboto"/>
                        <a:buNone/>
                      </a:pPr>
                      <a:r>
                        <a:rPr lang="en-GB" sz="8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Flat tire</a:t>
                      </a:r>
                      <a:endParaRPr sz="1100"/>
                    </a:p>
                  </a:txBody>
                  <a:tcPr marT="34300" marB="34300" marR="68600" marL="68600" anchor="ctr">
                    <a:lnT cap="flat" cmpd="sng" w="10075">
                      <a:solidFill>
                        <a:srgbClr val="14141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Roboto"/>
                        <a:buNone/>
                      </a:pPr>
                      <a:r>
                        <a:rPr b="0" i="0" lang="en-GB" sz="800" u="none" cap="none" strike="noStrike">
                          <a:solidFill>
                            <a:srgbClr val="000000"/>
                          </a:solidFill>
                        </a:rPr>
                        <a:t>Proton e.MAS Muar - Mayang Holdings </a:t>
                      </a:r>
                      <a:endParaRPr sz="1400" u="none" cap="none" strike="noStrike"/>
                    </a:p>
                  </a:txBody>
                  <a:tcPr marT="34300" marB="34300" marR="68600" marL="68600" anchor="ctr">
                    <a:lnT cap="flat" cmpd="sng" w="10075">
                      <a:solidFill>
                        <a:srgbClr val="14141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Roboto"/>
                        <a:buNone/>
                      </a:pPr>
                      <a:r>
                        <a:rPr b="0" i="0" lang="en-GB" sz="800" u="none" cap="none" strike="noStrike"/>
                        <a:t>Muar Custom Kitchen Cabinet, Johor</a:t>
                      </a:r>
                      <a:endParaRPr sz="1400" u="none" cap="none" strike="noStrike"/>
                    </a:p>
                  </a:txBody>
                  <a:tcPr marT="34300" marB="34300" marR="68600" marL="68600" anchor="ctr">
                    <a:lnT cap="flat" cmpd="sng" w="10075">
                      <a:solidFill>
                        <a:srgbClr val="14141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en-GB" sz="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Proton e.MAS Muar - Mayang Holdings</a:t>
                      </a:r>
                      <a:endParaRPr sz="1400" u="none" cap="none" strike="noStrike"/>
                    </a:p>
                  </a:txBody>
                  <a:tcPr marT="34300" marB="34300" marR="68600" marL="68600" anchor="ctr">
                    <a:lnT cap="flat" cmpd="sng" w="10075">
                      <a:solidFill>
                        <a:srgbClr val="14141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Roboto"/>
                        <a:buNone/>
                      </a:pPr>
                      <a:r>
                        <a:rPr b="0" i="0" lang="en-GB" sz="800" u="none" cap="none" strike="noStrike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Towed to service center for tire repair</a:t>
                      </a:r>
                      <a:endParaRPr sz="1100"/>
                    </a:p>
                  </a:txBody>
                  <a:tcPr marT="34300" marB="34300" marR="68600" marL="68600" anchor="ctr">
                    <a:lnT cap="flat" cmpd="sng" w="10075">
                      <a:solidFill>
                        <a:srgbClr val="14141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2781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Roboto"/>
                        <a:buNone/>
                      </a:pPr>
                      <a:r>
                        <a:rPr b="0" i="0" lang="en-GB" sz="800" u="none" cap="none" strike="noStrike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e.MAS5 Prime</a:t>
                      </a:r>
                      <a:endParaRPr sz="1100"/>
                    </a:p>
                  </a:txBody>
                  <a:tcPr marT="34300" marB="34300" marR="68600" marL="686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Roboto"/>
                        <a:buNone/>
                      </a:pPr>
                      <a:r>
                        <a:rPr b="0" i="0" lang="en-GB" sz="800" u="none" cap="none" strike="noStrike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17 Jul 2026</a:t>
                      </a:r>
                      <a:endParaRPr sz="8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4300" marB="34300" marR="68600" marL="686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en-GB" sz="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QS6426X</a:t>
                      </a:r>
                      <a:endParaRPr sz="1400" u="none" cap="none" strike="noStrike"/>
                    </a:p>
                  </a:txBody>
                  <a:tcPr marT="34300" marB="34300" marR="68600" marL="686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Roboto"/>
                        <a:buNone/>
                      </a:pPr>
                      <a:r>
                        <a:rPr lang="en-GB" sz="8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Accident</a:t>
                      </a:r>
                      <a:endParaRPr sz="1100"/>
                    </a:p>
                  </a:txBody>
                  <a:tcPr marT="34300" marB="34300" marR="68600" marL="686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en-GB" sz="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Proton e.MAS Bintulu - Supernau Motors Trading</a:t>
                      </a:r>
                      <a:endParaRPr sz="1400" u="none" cap="none" strike="noStrike"/>
                    </a:p>
                  </a:txBody>
                  <a:tcPr marT="34300" marB="34300" marR="68600" marL="686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Roboto"/>
                        <a:buNone/>
                      </a:pPr>
                      <a:r>
                        <a:rPr b="0" i="0" lang="en-GB" sz="800" u="none" cap="none" strike="noStrike"/>
                        <a:t>Kuching - Saujana Bus Terminal, Sarawak</a:t>
                      </a:r>
                      <a:endParaRPr sz="1400" u="none" cap="none" strike="noStrike"/>
                    </a:p>
                  </a:txBody>
                  <a:tcPr marT="34300" marB="34300" marR="68600" marL="686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Roboto"/>
                        <a:buNone/>
                      </a:pPr>
                      <a:r>
                        <a:rPr b="0" i="0" lang="en-GB" sz="800" u="none" cap="none" strike="noStrike"/>
                        <a:t>Proton e.MAS Kuching - Ghee Hua Co.</a:t>
                      </a:r>
                      <a:endParaRPr sz="1400" u="none" cap="none" strike="noStrike"/>
                    </a:p>
                  </a:txBody>
                  <a:tcPr marT="34300" marB="34300" marR="68600" marL="686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Roboto"/>
                        <a:buNone/>
                      </a:pPr>
                      <a:r>
                        <a:rPr b="0" i="0" lang="en-GB" sz="800" u="none" cap="none" strike="noStrike">
                          <a:solidFill>
                            <a:srgbClr val="000000"/>
                          </a:solidFill>
                        </a:rPr>
                        <a:t>Towed to B&amp;P Service Centre for vehicle repair </a:t>
                      </a:r>
                      <a:endParaRPr sz="1400" u="none" cap="none" strike="noStrike"/>
                    </a:p>
                  </a:txBody>
                  <a:tcPr marT="34300" marB="34300" marR="68600" marL="68600" anchor="ctr"/>
                </a:tc>
              </a:tr>
              <a:tr h="2781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Roboto"/>
                        <a:buNone/>
                      </a:pPr>
                      <a:r>
                        <a:rPr b="0" i="0" lang="en-GB" sz="800" u="none" cap="none" strike="noStrike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e.MAS7 PHEV Premium Plus</a:t>
                      </a:r>
                      <a:endParaRPr sz="1100"/>
                    </a:p>
                  </a:txBody>
                  <a:tcPr marT="34300" marB="34300" marR="68600" marL="686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Roboto"/>
                        <a:buNone/>
                      </a:pPr>
                      <a:r>
                        <a:rPr b="0" i="0" lang="en-GB" sz="800" u="none" cap="none" strike="noStrike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17 Jul 2026</a:t>
                      </a:r>
                      <a:endParaRPr sz="8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4300" marB="34300" marR="68600" marL="686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en-GB" sz="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PSG3004</a:t>
                      </a:r>
                      <a:endParaRPr sz="1400" u="none" cap="none" strike="noStrike"/>
                    </a:p>
                  </a:txBody>
                  <a:tcPr marT="34300" marB="34300" marR="68600" marL="686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Roboto"/>
                        <a:buNone/>
                      </a:pPr>
                      <a:r>
                        <a:rPr b="0" i="0" lang="en-GB" sz="800" u="none" cap="none" strike="noStrike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Unable to start</a:t>
                      </a:r>
                      <a:endParaRPr sz="1100"/>
                    </a:p>
                  </a:txBody>
                  <a:tcPr marT="34300" marB="34300" marR="68600" marL="686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en-GB" sz="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Proton e.MAS Alor Setar - Rahmat Jutamas</a:t>
                      </a:r>
                      <a:endParaRPr sz="1400" u="none" cap="none" strike="noStrike"/>
                    </a:p>
                  </a:txBody>
                  <a:tcPr marT="34300" marB="34300" marR="68600" marL="686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Roboto"/>
                        <a:buNone/>
                      </a:pPr>
                      <a:r>
                        <a:rPr b="0" i="0" lang="en-GB" sz="800" u="none" cap="none" strike="noStrike"/>
                        <a:t>Kampung Alor Setar, Kedah​</a:t>
                      </a:r>
                      <a:endParaRPr sz="1100"/>
                    </a:p>
                  </a:txBody>
                  <a:tcPr marT="34300" marB="34300" marR="68600" marL="686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en-GB" sz="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Proton e.MAS Alor Setar - Rahmat Jutamas</a:t>
                      </a:r>
                      <a:endParaRPr sz="1100"/>
                    </a:p>
                  </a:txBody>
                  <a:tcPr marT="34300" marB="34300" marR="68600" marL="686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Roboto"/>
                        <a:buNone/>
                      </a:pPr>
                      <a:r>
                        <a:rPr b="0" i="0" lang="en-GB" sz="800" u="none" cap="none" strike="noStrike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Towed to service center for vehicle inspection</a:t>
                      </a:r>
                      <a:endParaRPr sz="1100"/>
                    </a:p>
                  </a:txBody>
                  <a:tcPr marT="34300" marB="34300" marR="68600" marL="68600" anchor="ctr"/>
                </a:tc>
              </a:tr>
              <a:tr h="2781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Roboto"/>
                        <a:buNone/>
                      </a:pPr>
                      <a:r>
                        <a:rPr b="0" i="0" lang="en-GB" sz="800" u="none" cap="none" strike="noStrike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e.MAS5 Premium</a:t>
                      </a:r>
                      <a:endParaRPr sz="1100"/>
                    </a:p>
                  </a:txBody>
                  <a:tcPr marT="34300" marB="34300" marR="68600" marL="686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Roboto"/>
                        <a:buNone/>
                      </a:pPr>
                      <a:r>
                        <a:rPr b="0" i="0" lang="en-GB" sz="800" u="none" cap="none" strike="noStrike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17 Jul 2026</a:t>
                      </a:r>
                      <a:endParaRPr sz="8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4300" marB="34300" marR="68600" marL="686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en-GB" sz="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VQE9</a:t>
                      </a:r>
                      <a:endParaRPr sz="1400" u="none" cap="none" strike="noStrike"/>
                    </a:p>
                  </a:txBody>
                  <a:tcPr marT="34300" marB="34300" marR="68600" marL="686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Roboto"/>
                        <a:buNone/>
                      </a:pPr>
                      <a:r>
                        <a:rPr b="0" i="0" lang="en-GB" sz="800" u="none" cap="none" strike="noStrike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Unable to start</a:t>
                      </a:r>
                      <a:endParaRPr sz="1100"/>
                    </a:p>
                  </a:txBody>
                  <a:tcPr marT="34300" marB="34300" marR="68600" marL="686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en-GB" sz="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Proton e.MAS Kuala Terengganu - IndahSari NEV</a:t>
                      </a:r>
                      <a:endParaRPr sz="1400" u="none" cap="none" strike="noStrike"/>
                    </a:p>
                  </a:txBody>
                  <a:tcPr marT="34300" marB="34300" marR="68600" marL="686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Roboto"/>
                        <a:buNone/>
                      </a:pPr>
                      <a:r>
                        <a:rPr b="0" i="0" lang="en-GB" sz="800" u="none" cap="none" strike="noStrike"/>
                        <a:t>McDonald’s Pantai Batu Buruk DT, Terengganu</a:t>
                      </a:r>
                      <a:endParaRPr sz="1400" u="none" cap="none" strike="noStrike"/>
                    </a:p>
                  </a:txBody>
                  <a:tcPr marT="34300" marB="34300" marR="68600" marL="686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Roboto"/>
                        <a:buNone/>
                      </a:pPr>
                      <a:r>
                        <a:rPr b="0" i="0" lang="en-GB" sz="800" u="none" cap="none" strike="noStrike"/>
                        <a:t>Proton e.MAS Melaka - NHL Auto Tech</a:t>
                      </a:r>
                      <a:endParaRPr sz="1100"/>
                    </a:p>
                  </a:txBody>
                  <a:tcPr marT="34300" marB="34300" marR="68600" marL="686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Roboto"/>
                        <a:buNone/>
                      </a:pPr>
                      <a:r>
                        <a:rPr b="0" i="0" lang="en-GB" sz="800" u="none" cap="none" strike="noStrike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Towed to service center for vehicle inspection</a:t>
                      </a:r>
                      <a:endParaRPr sz="1100"/>
                    </a:p>
                  </a:txBody>
                  <a:tcPr marT="34300" marB="34300" marR="68600" marL="68600" anchor="ctr"/>
                </a:tc>
              </a:tr>
              <a:tr h="2781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Roboto"/>
                        <a:buNone/>
                      </a:pPr>
                      <a:r>
                        <a:rPr b="0" i="0" lang="en-GB" sz="800" u="none" cap="none" strike="noStrike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e.MAS5 Premium</a:t>
                      </a:r>
                      <a:endParaRPr sz="1100"/>
                    </a:p>
                  </a:txBody>
                  <a:tcPr marT="34300" marB="34300" marR="68600" marL="686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Roboto"/>
                        <a:buNone/>
                      </a:pPr>
                      <a:r>
                        <a:rPr b="0" i="0" lang="en-GB" sz="800" u="none" cap="none" strike="noStrike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18 Jul 2026</a:t>
                      </a:r>
                      <a:endParaRPr sz="8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4300" marB="34300" marR="68600" marL="686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en-GB" sz="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VRA4249</a:t>
                      </a:r>
                      <a:endParaRPr sz="1400" u="none" cap="none" strike="noStrike"/>
                    </a:p>
                  </a:txBody>
                  <a:tcPr marT="34300" marB="34300" marR="68600" marL="686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Roboto"/>
                        <a:buNone/>
                      </a:pPr>
                      <a:r>
                        <a:rPr lang="en-GB" sz="8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Flat tire</a:t>
                      </a:r>
                      <a:endParaRPr sz="1100"/>
                    </a:p>
                  </a:txBody>
                  <a:tcPr marT="34300" marB="34300" marR="68600" marL="686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en-GB" sz="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Proton e.MAS Seri Kembangan - AJG Mobility</a:t>
                      </a:r>
                      <a:endParaRPr sz="1400" u="none" cap="none" strike="noStrike"/>
                    </a:p>
                  </a:txBody>
                  <a:tcPr marT="34300" marB="34300" marR="68600" marL="686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Roboto"/>
                        <a:buNone/>
                      </a:pPr>
                      <a:r>
                        <a:rPr b="0" i="0" lang="en-GB" sz="8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Highway PLUS, Arah Selatan, Labu, Negeri Sembilan</a:t>
                      </a:r>
                      <a:endParaRPr sz="1100"/>
                    </a:p>
                  </a:txBody>
                  <a:tcPr marT="34300" marB="34300" marR="68600" marL="686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en-GB" sz="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Proton e.MAS Seremban - KKT New Energy</a:t>
                      </a:r>
                      <a:endParaRPr sz="1400" u="none" cap="none" strike="noStrike"/>
                    </a:p>
                  </a:txBody>
                  <a:tcPr marT="34300" marB="34300" marR="68600" marL="686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Roboto"/>
                        <a:buNone/>
                      </a:pPr>
                      <a:r>
                        <a:rPr b="0" i="0" lang="en-GB" sz="800" u="none" cap="none" strike="noStrike">
                          <a:solidFill>
                            <a:srgbClr val="000000"/>
                          </a:solidFill>
                        </a:rPr>
                        <a:t>Towed to service center for tire repair </a:t>
                      </a:r>
                      <a:endParaRPr sz="1400" u="none" cap="none" strike="noStrike"/>
                    </a:p>
                  </a:txBody>
                  <a:tcPr marT="34300" marB="34300" marR="68600" marL="68600" anchor="ctr"/>
                </a:tc>
              </a:tr>
              <a:tr h="2781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Roboto"/>
                        <a:buNone/>
                      </a:pPr>
                      <a:r>
                        <a:rPr b="0" i="0" lang="en-GB" sz="800" u="none" cap="none" strike="noStrike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e.MAS5 Premium</a:t>
                      </a:r>
                      <a:endParaRPr sz="1100"/>
                    </a:p>
                  </a:txBody>
                  <a:tcPr marT="34300" marB="34300" marR="68600" marL="686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Roboto"/>
                        <a:buNone/>
                      </a:pPr>
                      <a:r>
                        <a:rPr b="0" i="0" lang="en-GB" sz="800" u="none" cap="none" strike="noStrike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18 Jul 2026</a:t>
                      </a:r>
                      <a:endParaRPr sz="8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4300" marB="34300" marR="68600" marL="686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en-GB" sz="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EV1036</a:t>
                      </a:r>
                      <a:endParaRPr sz="1400" u="none" cap="none" strike="noStrike"/>
                    </a:p>
                  </a:txBody>
                  <a:tcPr marT="34300" marB="34300" marR="68600" marL="686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Roboto"/>
                        <a:buNone/>
                      </a:pPr>
                      <a:r>
                        <a:rPr b="0" i="0" lang="en-GB" sz="800" u="none" cap="none" strike="noStrike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Accident</a:t>
                      </a:r>
                      <a:endParaRPr sz="1100"/>
                    </a:p>
                  </a:txBody>
                  <a:tcPr marT="34300" marB="34300" marR="68600" marL="686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Roboto"/>
                        <a:buNone/>
                      </a:pPr>
                      <a:r>
                        <a:rPr b="0" i="0" lang="en-GB" sz="800" u="none" cap="none" strike="noStrike">
                          <a:solidFill>
                            <a:srgbClr val="000000"/>
                          </a:solidFill>
                        </a:rPr>
                        <a:t>Proton e.MAS Kuantan - HK Electra</a:t>
                      </a:r>
                      <a:endParaRPr sz="1400" u="none" cap="none" strike="noStrike"/>
                    </a:p>
                  </a:txBody>
                  <a:tcPr marT="34300" marB="34300" marR="68600" marL="686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Roboto"/>
                        <a:buNone/>
                      </a:pPr>
                      <a:r>
                        <a:rPr b="0" i="0" lang="en-GB" sz="800" u="none" cap="none" strike="noStrike"/>
                        <a:t>Hot &amp; Spicy Burger, Kuantan, Pahang</a:t>
                      </a:r>
                      <a:endParaRPr sz="1100"/>
                    </a:p>
                  </a:txBody>
                  <a:tcPr marT="34300" marB="34300" marR="68600" marL="686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Roboto"/>
                        <a:buNone/>
                      </a:pPr>
                      <a:r>
                        <a:rPr b="0" i="0" lang="en-GB" sz="800" u="none" cap="none" strike="noStrike">
                          <a:solidFill>
                            <a:srgbClr val="000000"/>
                          </a:solidFill>
                        </a:rPr>
                        <a:t>Proton e.MAS Kuantan - HK Electra (B&amp;P)</a:t>
                      </a:r>
                      <a:endParaRPr sz="1400" u="none" cap="none" strike="noStrike"/>
                    </a:p>
                  </a:txBody>
                  <a:tcPr marT="34300" marB="34300" marR="68600" marL="686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en-GB" sz="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Towed to B&amp;P Service Centre for vehicle repair </a:t>
                      </a:r>
                      <a:endParaRPr sz="1100"/>
                    </a:p>
                  </a:txBody>
                  <a:tcPr marT="34300" marB="34300" marR="68600" marL="68600" anchor="ctr"/>
                </a:tc>
              </a:tr>
              <a:tr h="278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Roboto"/>
                        <a:buNone/>
                      </a:pPr>
                      <a:r>
                        <a:rPr b="0" i="0" lang="en-GB" sz="800" u="none" cap="none" strike="noStrike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e.MAS7 PHEV Premium Plus</a:t>
                      </a:r>
                      <a:endParaRPr sz="1100"/>
                    </a:p>
                  </a:txBody>
                  <a:tcPr marT="34300" marB="34300" marR="68600" marL="686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Roboto"/>
                        <a:buNone/>
                      </a:pPr>
                      <a:r>
                        <a:rPr b="0" i="0" lang="en-GB" sz="800" u="none" cap="none" strike="noStrike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18 Jul 2026</a:t>
                      </a:r>
                      <a:endParaRPr sz="1100"/>
                    </a:p>
                  </a:txBody>
                  <a:tcPr marT="34300" marB="34300" marR="68600" marL="686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en-GB" sz="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VIPS7920</a:t>
                      </a:r>
                      <a:endParaRPr sz="1400" u="none" cap="none" strike="noStrike"/>
                    </a:p>
                  </a:txBody>
                  <a:tcPr marT="34300" marB="34300" marR="68600" marL="686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Roboto"/>
                        <a:buNone/>
                      </a:pPr>
                      <a:r>
                        <a:rPr b="0" i="0" lang="en-GB" sz="800" u="none" cap="none" strike="noStrike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Flat tire</a:t>
                      </a:r>
                      <a:endParaRPr sz="1100"/>
                    </a:p>
                  </a:txBody>
                  <a:tcPr marT="34300" marB="34300" marR="68600" marL="686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Roboto"/>
                        <a:buNone/>
                      </a:pPr>
                      <a:r>
                        <a:rPr b="0" i="0" lang="en-GB" sz="800" u="none" cap="none" strike="noStrike"/>
                        <a:t>Proton e.MAS Shah Alam - SG Car</a:t>
                      </a:r>
                      <a:endParaRPr sz="1400" u="none" cap="none" strike="noStrike"/>
                    </a:p>
                  </a:txBody>
                  <a:tcPr marT="34300" marB="34300" marR="68600" marL="686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Roboto"/>
                        <a:buNone/>
                      </a:pPr>
                      <a:r>
                        <a:rPr b="0" i="0" lang="en-GB" sz="8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Highway Utara-Selatan, Arah Utara, Yong Peng, Johor</a:t>
                      </a:r>
                      <a:endParaRPr sz="1100"/>
                    </a:p>
                  </a:txBody>
                  <a:tcPr marT="34300" marB="34300" marR="68600" marL="686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Roboto"/>
                        <a:buNone/>
                      </a:pPr>
                      <a:r>
                        <a:rPr b="0" i="0" lang="en-GB" sz="800" u="none" cap="none" strike="noStrike"/>
                        <a:t>Toyo Tires Senawang, Negeri Sembilan</a:t>
                      </a:r>
                      <a:endParaRPr sz="1400" u="none" cap="none" strike="noStrike"/>
                    </a:p>
                  </a:txBody>
                  <a:tcPr marT="34300" marB="34300" marR="68600" marL="686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Roboto"/>
                        <a:buNone/>
                      </a:pPr>
                      <a:r>
                        <a:rPr b="0" i="0" lang="en-GB" sz="800" u="none" cap="none" strike="noStrike">
                          <a:solidFill>
                            <a:srgbClr val="000000"/>
                          </a:solidFill>
                        </a:rPr>
                        <a:t>Towed to tire shop for tire repair </a:t>
                      </a:r>
                      <a:endParaRPr sz="1400" u="none" cap="none" strike="noStrike"/>
                    </a:p>
                  </a:txBody>
                  <a:tcPr marT="34300" marB="34300" marR="68600" marL="68600" anchor="ctr"/>
                </a:tc>
              </a:tr>
              <a:tr h="2781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Roboto"/>
                        <a:buNone/>
                      </a:pPr>
                      <a:r>
                        <a:rPr b="0" i="0" lang="en-GB" sz="800" u="none" cap="none" strike="noStrike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e.MAS5 Premium</a:t>
                      </a:r>
                      <a:endParaRPr sz="1100"/>
                    </a:p>
                  </a:txBody>
                  <a:tcPr marT="34300" marB="34300" marR="68600" marL="686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Roboto"/>
                        <a:buNone/>
                      </a:pPr>
                      <a:r>
                        <a:rPr b="0" i="0" lang="en-GB" sz="800" u="none" cap="none" strike="noStrike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19 Jul 2026</a:t>
                      </a:r>
                      <a:endParaRPr sz="1100"/>
                    </a:p>
                  </a:txBody>
                  <a:tcPr marT="34300" marB="34300" marR="68600" marL="686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en-GB" sz="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JYU2121</a:t>
                      </a:r>
                      <a:endParaRPr sz="1400" u="none" cap="none" strike="noStrike"/>
                    </a:p>
                  </a:txBody>
                  <a:tcPr marT="34300" marB="34300" marR="68600" marL="686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Roboto"/>
                        <a:buNone/>
                      </a:pPr>
                      <a:r>
                        <a:rPr lang="en-GB" sz="8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Accident</a:t>
                      </a:r>
                      <a:endParaRPr sz="1100"/>
                    </a:p>
                  </a:txBody>
                  <a:tcPr marT="34300" marB="34300" marR="68600" marL="686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en-GB" sz="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Proton e.MAS Putrajaya - Jewel Sonic</a:t>
                      </a:r>
                      <a:endParaRPr sz="1400" u="none" cap="none" strike="noStrike"/>
                    </a:p>
                  </a:txBody>
                  <a:tcPr marT="34300" marB="34300" marR="68600" marL="686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Roboto"/>
                        <a:buNone/>
                      </a:pPr>
                      <a:r>
                        <a:rPr lang="en-GB" sz="8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Plaza Tol Sunway (KESAS), Subang Jaya, Selangor</a:t>
                      </a:r>
                      <a:endParaRPr sz="1100"/>
                    </a:p>
                  </a:txBody>
                  <a:tcPr marT="34300" marB="34300" marR="68600" marL="686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Roboto"/>
                        <a:buNone/>
                      </a:pPr>
                      <a:r>
                        <a:rPr b="0" i="0" lang="en-GB" sz="800" u="none" cap="none" strike="noStrike"/>
                        <a:t>Proton e.MAS Putrajaya - Jewel Sonic</a:t>
                      </a:r>
                      <a:endParaRPr sz="1400" u="none" cap="none" strike="noStrike"/>
                    </a:p>
                  </a:txBody>
                  <a:tcPr marT="34300" marB="34300" marR="68600" marL="686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Roboto"/>
                        <a:buNone/>
                      </a:pPr>
                      <a:r>
                        <a:rPr b="0" i="0" lang="en-GB" sz="800" u="none" cap="none" strike="noStrike">
                          <a:solidFill>
                            <a:srgbClr val="000000"/>
                          </a:solidFill>
                        </a:rPr>
                        <a:t>Towed to service center for vehicle repair 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4300" marB="34300" marR="68600" marL="68600" anchor="ctr"/>
                </a:tc>
              </a:tr>
              <a:tr h="278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Roboto"/>
                        <a:buNone/>
                      </a:pPr>
                      <a:r>
                        <a:rPr b="0" i="0" lang="en-GB" sz="800" u="none" cap="none" strike="noStrike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e.MAS7 Premium</a:t>
                      </a:r>
                      <a:endParaRPr sz="1100"/>
                    </a:p>
                  </a:txBody>
                  <a:tcPr marT="34300" marB="34300" marR="68600" marL="686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Roboto"/>
                        <a:buNone/>
                      </a:pPr>
                      <a:r>
                        <a:rPr b="0" i="0" lang="en-GB" sz="800" u="none" cap="none" strike="noStrike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19 Jul 2026</a:t>
                      </a:r>
                      <a:endParaRPr sz="8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4300" marB="34300" marR="68600" marL="686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en-GB" sz="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UC2990</a:t>
                      </a:r>
                      <a:endParaRPr sz="1400" u="none" cap="none" strike="noStrike"/>
                    </a:p>
                  </a:txBody>
                  <a:tcPr marT="34300" marB="34300" marR="68600" marL="686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Roboto"/>
                        <a:buNone/>
                      </a:pPr>
                      <a:r>
                        <a:rPr b="0" i="0" lang="en-GB" sz="800" u="none" cap="none" strike="noStrike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Flat battery</a:t>
                      </a:r>
                      <a:endParaRPr sz="1100"/>
                    </a:p>
                  </a:txBody>
                  <a:tcPr marT="34300" marB="34300" marR="68600" marL="686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en-GB" sz="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Proton e.MAS Petaling Jaya - Regal Motors EV</a:t>
                      </a:r>
                      <a:endParaRPr sz="1400" u="none" cap="none" strike="noStrike"/>
                    </a:p>
                  </a:txBody>
                  <a:tcPr marT="34300" marB="34300" marR="68600" marL="686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Roboto"/>
                        <a:buNone/>
                      </a:pPr>
                      <a:r>
                        <a:rPr b="0" i="0" lang="en-GB" sz="800" u="none" cap="none" strike="noStrike"/>
                        <a:t>Plaza Tol Simpang Renggam, Johor</a:t>
                      </a:r>
                      <a:endParaRPr sz="1100"/>
                    </a:p>
                  </a:txBody>
                  <a:tcPr marT="34300" marB="34300" marR="68600" marL="686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Roboto"/>
                        <a:buNone/>
                      </a:pPr>
                      <a:r>
                        <a:rPr b="0" i="0" lang="en-GB" sz="800" u="none" cap="none" strike="noStrike"/>
                        <a:t>Petronas Bandar Baru Ayer Hitam, Johor</a:t>
                      </a:r>
                      <a:endParaRPr sz="1400" u="none" cap="none" strike="noStrike"/>
                    </a:p>
                  </a:txBody>
                  <a:tcPr marT="34300" marB="34300" marR="68600" marL="686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Roboto"/>
                        <a:buNone/>
                      </a:pPr>
                      <a:r>
                        <a:rPr b="0" i="0" lang="en-GB" sz="800" u="none" cap="none" strike="noStrike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Towed to charging station for vehicle charging</a:t>
                      </a:r>
                      <a:endParaRPr sz="1400" u="none" cap="none" strike="noStrike"/>
                    </a:p>
                  </a:txBody>
                  <a:tcPr marT="34300" marB="34300" marR="68600" marL="68600" anchor="ctr"/>
                </a:tc>
              </a:tr>
              <a:tr h="2781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Roboto"/>
                        <a:buNone/>
                      </a:pPr>
                      <a:r>
                        <a:rPr b="0" i="0" lang="en-GB" sz="800" u="none" cap="none" strike="noStrike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e.MAS7 Premium</a:t>
                      </a:r>
                      <a:endParaRPr sz="1100"/>
                    </a:p>
                  </a:txBody>
                  <a:tcPr marT="34300" marB="34300" marR="68600" marL="686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Roboto"/>
                        <a:buNone/>
                      </a:pPr>
                      <a:r>
                        <a:rPr b="0" i="0" lang="en-GB" sz="800" u="none" cap="none" strike="noStrike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20 Jul 2026</a:t>
                      </a:r>
                      <a:endParaRPr sz="8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4300" marB="34300" marR="68600" marL="686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en-GB" sz="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QRD1515</a:t>
                      </a:r>
                      <a:endParaRPr sz="1400" u="none" cap="none" strike="noStrike"/>
                    </a:p>
                  </a:txBody>
                  <a:tcPr marT="34300" marB="34300" marR="68600" marL="686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Roboto"/>
                        <a:buNone/>
                      </a:pPr>
                      <a:r>
                        <a:rPr b="0" i="0" lang="en-GB" sz="800" u="none" cap="none" strike="noStrike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Flat tire</a:t>
                      </a:r>
                      <a:endParaRPr sz="1100"/>
                    </a:p>
                  </a:txBody>
                  <a:tcPr marT="34300" marB="34300" marR="68600" marL="686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en-GB" sz="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Proton e.MAS Bintulu - Supernau Motors Trading </a:t>
                      </a:r>
                      <a:endParaRPr sz="1400" u="none" cap="none" strike="noStrike"/>
                    </a:p>
                  </a:txBody>
                  <a:tcPr marT="34300" marB="34300" marR="68600" marL="686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Roboto"/>
                        <a:buNone/>
                      </a:pPr>
                      <a:r>
                        <a:rPr lang="en-GB" sz="8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Bintulu, Sarawak</a:t>
                      </a:r>
                      <a:endParaRPr sz="1100"/>
                    </a:p>
                  </a:txBody>
                  <a:tcPr marT="34300" marB="34300" marR="68600" marL="686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Roboto"/>
                        <a:buNone/>
                      </a:pPr>
                      <a:r>
                        <a:rPr b="0" i="0" lang="en-GB" sz="800" u="none" cap="none" strike="noStrike">
                          <a:solidFill>
                            <a:srgbClr val="000000"/>
                          </a:solidFill>
                        </a:rPr>
                        <a:t>G23 Auto Tyres &amp; Wheels, Sarawak</a:t>
                      </a:r>
                      <a:endParaRPr sz="1400" u="none" cap="none" strike="noStrike"/>
                    </a:p>
                  </a:txBody>
                  <a:tcPr marT="34300" marB="34300" marR="68600" marL="686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Roboto"/>
                        <a:buNone/>
                      </a:pPr>
                      <a:r>
                        <a:rPr b="0" i="0" lang="en-GB" sz="800" u="none" cap="none" strike="noStrike">
                          <a:solidFill>
                            <a:srgbClr val="000000"/>
                          </a:solidFill>
                        </a:rPr>
                        <a:t>Towed to tire shop for tire repair </a:t>
                      </a:r>
                      <a:endParaRPr sz="1400" u="none" cap="none" strike="noStrike"/>
                    </a:p>
                  </a:txBody>
                  <a:tcPr marT="34300" marB="34300" marR="68600" marL="6860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48"/>
          <p:cNvSpPr txBox="1"/>
          <p:nvPr/>
        </p:nvSpPr>
        <p:spPr>
          <a:xfrm>
            <a:off x="286643" y="412968"/>
            <a:ext cx="5438024" cy="43854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50" spcFirstLastPara="1" rIns="68550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GB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Proton e.MAS RSA case : 17 July – 23 July 2026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oboto"/>
              <a:buNone/>
            </a:pPr>
            <a:r>
              <a:t/>
            </a:r>
            <a:endParaRPr b="1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20" name="Google Shape;220;p48"/>
          <p:cNvGraphicFramePr/>
          <p:nvPr/>
        </p:nvGraphicFramePr>
        <p:xfrm>
          <a:off x="163288" y="90895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{802147B6-3F87-40DF-B6F5-D0D6A060A4DB}</a:tableStyleId>
              </a:tblPr>
              <a:tblGrid>
                <a:gridCol w="1240050"/>
                <a:gridCol w="817325"/>
                <a:gridCol w="838450"/>
                <a:gridCol w="901875"/>
                <a:gridCol w="1366875"/>
                <a:gridCol w="1331650"/>
                <a:gridCol w="1337150"/>
                <a:gridCol w="1024225"/>
              </a:tblGrid>
              <a:tr h="155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Roboto"/>
                        <a:buNone/>
                      </a:pPr>
                      <a:r>
                        <a:rPr b="1" lang="en-GB" sz="800" u="none" cap="none" strike="noStrike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Vehicle Model</a:t>
                      </a:r>
                      <a:endParaRPr sz="1100"/>
                    </a:p>
                  </a:txBody>
                  <a:tcPr marT="12700" marB="12700" marR="19050" marL="190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4141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075">
                      <a:solidFill>
                        <a:srgbClr val="14141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Roboto"/>
                        <a:buNone/>
                      </a:pPr>
                      <a:r>
                        <a:rPr b="1" lang="en-GB" sz="800" u="none" cap="none" strike="noStrike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Incident Date</a:t>
                      </a:r>
                      <a:endParaRPr b="1" sz="8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2700" marB="12700" marR="19050" marL="19050" anchor="ctr">
                    <a:lnL cap="flat" cmpd="sng" w="9525">
                      <a:solidFill>
                        <a:srgbClr val="14141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4141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075">
                      <a:solidFill>
                        <a:srgbClr val="14141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Roboto"/>
                        <a:buNone/>
                      </a:pPr>
                      <a:r>
                        <a:rPr b="1" lang="en-GB" sz="800" u="none" cap="none" strike="noStrike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Vehicle No.</a:t>
                      </a:r>
                      <a:endParaRPr b="1" sz="8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2700" marB="12700" marR="19050" marL="19050" anchor="ctr">
                    <a:lnL cap="flat" cmpd="sng" w="9525">
                      <a:solidFill>
                        <a:srgbClr val="14141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4141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075">
                      <a:solidFill>
                        <a:srgbClr val="14141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Roboto"/>
                        <a:buNone/>
                      </a:pPr>
                      <a:r>
                        <a:rPr b="1" lang="en-GB" sz="800" u="none" cap="none" strike="noStrike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Cause of Breakdown</a:t>
                      </a:r>
                      <a:endParaRPr b="1" sz="8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2700" marB="12700" marR="19050" marL="19050" anchor="ctr">
                    <a:lnL cap="flat" cmpd="sng" w="9525">
                      <a:solidFill>
                        <a:srgbClr val="14141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4141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075">
                      <a:solidFill>
                        <a:srgbClr val="14141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Roboto"/>
                        <a:buNone/>
                      </a:pPr>
                      <a:r>
                        <a:rPr b="1" lang="en-GB" sz="800" u="none" cap="none" strike="noStrike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Purchased From</a:t>
                      </a:r>
                      <a:endParaRPr b="1" sz="8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2700" marB="12700" marR="19050" marL="19050" anchor="ctr">
                    <a:lnL cap="flat" cmpd="sng" w="9525">
                      <a:solidFill>
                        <a:srgbClr val="14141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4141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075">
                      <a:solidFill>
                        <a:srgbClr val="14141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Roboto"/>
                        <a:buNone/>
                      </a:pPr>
                      <a:r>
                        <a:rPr b="1" lang="en-GB" sz="800" u="none" cap="none" strike="noStrike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Breakdown Location</a:t>
                      </a:r>
                      <a:endParaRPr b="1" sz="8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2700" marB="12700" marR="19050" marL="19050" anchor="ctr">
                    <a:lnL cap="flat" cmpd="sng" w="9525">
                      <a:solidFill>
                        <a:srgbClr val="14141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4141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075">
                      <a:solidFill>
                        <a:srgbClr val="14141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Roboto"/>
                        <a:buNone/>
                      </a:pPr>
                      <a:r>
                        <a:rPr b="1" lang="en-GB" sz="800" u="none" cap="none" strike="noStrike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Arrived Location</a:t>
                      </a:r>
                      <a:endParaRPr b="1" sz="8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2700" marB="12700" marR="19050" marL="19050" anchor="ctr">
                    <a:lnL cap="flat" cmpd="sng" w="9525">
                      <a:solidFill>
                        <a:srgbClr val="14141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4141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075">
                      <a:solidFill>
                        <a:srgbClr val="14141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Roboto"/>
                        <a:buNone/>
                      </a:pPr>
                      <a:r>
                        <a:rPr b="1" lang="en-GB" sz="800" u="none" cap="none" strike="noStrike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Remarks</a:t>
                      </a:r>
                      <a:endParaRPr b="1" sz="8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2700" marB="12700" marR="19050" marL="19050" anchor="ctr">
                    <a:lnL cap="flat" cmpd="sng" w="9525">
                      <a:solidFill>
                        <a:srgbClr val="14141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4141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075">
                      <a:solidFill>
                        <a:srgbClr val="14141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</a:tr>
              <a:tr h="278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Roboto"/>
                        <a:buNone/>
                      </a:pPr>
                      <a:r>
                        <a:rPr b="0" i="0" lang="en-GB" sz="800" u="none" cap="none" strike="noStrike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e.MAS7 Premium</a:t>
                      </a:r>
                      <a:endParaRPr sz="1100"/>
                    </a:p>
                  </a:txBody>
                  <a:tcPr marT="34300" marB="34300" marR="68600" marL="68600" anchor="ctr">
                    <a:lnT cap="flat" cmpd="sng" w="10075">
                      <a:solidFill>
                        <a:srgbClr val="14141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Roboto"/>
                        <a:buNone/>
                      </a:pPr>
                      <a:r>
                        <a:rPr b="0" i="0" lang="en-GB" sz="800" u="none" cap="none" strike="noStrike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20 Jul 2026</a:t>
                      </a:r>
                      <a:endParaRPr sz="1100"/>
                    </a:p>
                  </a:txBody>
                  <a:tcPr marT="34300" marB="34300" marR="68600" marL="68600" anchor="ctr">
                    <a:lnT cap="flat" cmpd="sng" w="10075">
                      <a:solidFill>
                        <a:srgbClr val="14141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en-GB" sz="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DEJ200</a:t>
                      </a:r>
                      <a:endParaRPr sz="1400" u="none" cap="none" strike="noStrike"/>
                    </a:p>
                  </a:txBody>
                  <a:tcPr marT="34300" marB="34300" marR="68600" marL="68600" anchor="ctr">
                    <a:lnT cap="flat" cmpd="sng" w="10075">
                      <a:solidFill>
                        <a:srgbClr val="14141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Flat tire</a:t>
                      </a:r>
                      <a:endParaRPr sz="1100"/>
                    </a:p>
                  </a:txBody>
                  <a:tcPr marT="34300" marB="34300" marR="68600" marL="68600" anchor="ctr">
                    <a:lnT cap="flat" cmpd="sng" w="10075">
                      <a:solidFill>
                        <a:srgbClr val="14141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en-GB" sz="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Proton e.MAS Tampoi - Promas EV</a:t>
                      </a:r>
                      <a:endParaRPr sz="1400" u="none" cap="none" strike="noStrike"/>
                    </a:p>
                  </a:txBody>
                  <a:tcPr marT="34300" marB="34300" marR="68600" marL="68600" anchor="ctr">
                    <a:lnT cap="flat" cmpd="sng" w="10075">
                      <a:solidFill>
                        <a:srgbClr val="14141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Roboto"/>
                        <a:buNone/>
                      </a:pPr>
                      <a:r>
                        <a:rPr b="0" i="0" lang="en-GB" sz="800" u="none" cap="none" strike="noStrike"/>
                        <a:t>Iskandar Puteri, Johor</a:t>
                      </a:r>
                      <a:endParaRPr sz="1100"/>
                    </a:p>
                  </a:txBody>
                  <a:tcPr marT="34300" marB="34300" marR="68600" marL="68600" anchor="ctr">
                    <a:lnT cap="flat" cmpd="sng" w="10075">
                      <a:solidFill>
                        <a:srgbClr val="14141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Roboto"/>
                        <a:buNone/>
                      </a:pPr>
                      <a:r>
                        <a:rPr b="0" i="0" lang="en-GB" sz="800" u="none" cap="none" strike="noStrike">
                          <a:solidFill>
                            <a:srgbClr val="000000"/>
                          </a:solidFill>
                        </a:rPr>
                        <a:t>Tyre Shop Nabila Shabaz, Gelang Patah, Johor</a:t>
                      </a:r>
                      <a:endParaRPr sz="1400" u="none" cap="none" strike="noStrike"/>
                    </a:p>
                  </a:txBody>
                  <a:tcPr marT="34300" marB="34300" marR="68600" marL="68600" anchor="ctr">
                    <a:lnT cap="flat" cmpd="sng" w="10075">
                      <a:solidFill>
                        <a:srgbClr val="14141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Roboto"/>
                        <a:buNone/>
                      </a:pPr>
                      <a:r>
                        <a:rPr b="0" i="0" lang="en-GB" sz="800" u="none" cap="none" strike="noStrike">
                          <a:solidFill>
                            <a:srgbClr val="000000"/>
                          </a:solidFill>
                        </a:rPr>
                        <a:t>Towed to tire shop for tire repair 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4300" marB="34300" marR="68600" marL="68600" anchor="ctr">
                    <a:lnT cap="flat" cmpd="sng" w="10075">
                      <a:solidFill>
                        <a:srgbClr val="14141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278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Roboto"/>
                        <a:buNone/>
                      </a:pPr>
                      <a:r>
                        <a:rPr b="0" i="0" lang="en-GB" sz="800" u="none" cap="none" strike="noStrike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e.MAS7 PHEV Premium Plus</a:t>
                      </a:r>
                      <a:endParaRPr sz="1100"/>
                    </a:p>
                  </a:txBody>
                  <a:tcPr marT="34300" marB="34300" marR="68600" marL="686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Roboto"/>
                        <a:buNone/>
                      </a:pPr>
                      <a:r>
                        <a:rPr b="0" i="0" lang="en-GB" sz="800" u="none" cap="none" strike="noStrike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21 Jul 2026</a:t>
                      </a:r>
                      <a:endParaRPr sz="8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4300" marB="34300" marR="68600" marL="686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en-GB" sz="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SMV291</a:t>
                      </a:r>
                      <a:endParaRPr sz="1400" u="none" cap="none" strike="noStrike"/>
                    </a:p>
                  </a:txBody>
                  <a:tcPr marT="34300" marB="34300" marR="68600" marL="686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Accident</a:t>
                      </a:r>
                      <a:endParaRPr sz="1100"/>
                    </a:p>
                  </a:txBody>
                  <a:tcPr marT="34300" marB="34300" marR="68600" marL="686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en-GB" sz="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Proton e.MAS Balakong - Jawira</a:t>
                      </a:r>
                      <a:endParaRPr sz="1400" u="none" cap="none" strike="noStrike"/>
                    </a:p>
                  </a:txBody>
                  <a:tcPr marT="34300" marB="34300" marR="68600" marL="686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en-GB" sz="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Kedai Makan Selera Kubang Panjang, Triang, Pahang</a:t>
                      </a:r>
                      <a:endParaRPr sz="1400" u="none" cap="none" strike="noStrike"/>
                    </a:p>
                  </a:txBody>
                  <a:tcPr marT="34300" marB="34300" marR="68600" marL="686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Roboto"/>
                        <a:buNone/>
                      </a:pPr>
                      <a:r>
                        <a:rPr b="0" i="0" lang="en-GB" sz="800" u="none" cap="none" strike="noStrike"/>
                        <a:t>Proton e.MAS Subang Jaya – MBf EV Auto (B&amp;P)</a:t>
                      </a:r>
                      <a:endParaRPr sz="1100"/>
                    </a:p>
                  </a:txBody>
                  <a:tcPr marT="34300" marB="34300" marR="68600" marL="686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en-GB" sz="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Towed to B&amp;P Service Centre for vehicle repair 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/>
                </a:tc>
              </a:tr>
              <a:tr h="2781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Roboto"/>
                        <a:buNone/>
                      </a:pPr>
                      <a:r>
                        <a:rPr b="0" i="0" lang="en-GB" sz="800" u="none" cap="none" strike="noStrike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e.MAS7 Premium</a:t>
                      </a:r>
                      <a:endParaRPr sz="1100"/>
                    </a:p>
                  </a:txBody>
                  <a:tcPr marT="34300" marB="34300" marR="68600" marL="686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Roboto"/>
                        <a:buNone/>
                      </a:pPr>
                      <a:r>
                        <a:rPr b="0" i="0" lang="en-GB" sz="800" u="none" cap="none" strike="noStrike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21 Jul 2026</a:t>
                      </a:r>
                      <a:endParaRPr sz="8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4300" marB="34300" marR="68600" marL="686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en-GB" sz="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EV7003</a:t>
                      </a:r>
                      <a:endParaRPr sz="1400" u="none" cap="none" strike="noStrike"/>
                    </a:p>
                  </a:txBody>
                  <a:tcPr marT="34300" marB="34300" marR="68600" marL="686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Roboto"/>
                        <a:buNone/>
                      </a:pPr>
                      <a:r>
                        <a:rPr b="0" i="0" lang="en-GB" sz="800" u="none" cap="none" strike="noStrike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Accident</a:t>
                      </a:r>
                      <a:endParaRPr sz="1100"/>
                    </a:p>
                  </a:txBody>
                  <a:tcPr marT="34300" marB="34300" marR="68600" marL="686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Roboto"/>
                        <a:buNone/>
                      </a:pPr>
                      <a:r>
                        <a:rPr b="0" i="0" lang="en-GB" sz="800" u="none" cap="none" strike="noStrike"/>
                        <a:t>Proton e.MAS Kota Bharu - JM Otomobil (EV) </a:t>
                      </a:r>
                      <a:endParaRPr sz="1400" u="none" cap="none" strike="noStrike"/>
                    </a:p>
                  </a:txBody>
                  <a:tcPr marT="34300" marB="34300" marR="68600" marL="686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Tunjang Trading, Kota Bharu, Kelantan</a:t>
                      </a:r>
                      <a:endParaRPr sz="1100"/>
                    </a:p>
                  </a:txBody>
                  <a:tcPr marT="34300" marB="34300" marR="68600" marL="686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Roboto"/>
                        <a:buNone/>
                      </a:pPr>
                      <a:r>
                        <a:rPr b="0" i="0" lang="en-GB" sz="800" u="none" cap="none" strike="noStrike"/>
                        <a:t>Proton e.MAS Kuantan - HK Electra (B&amp;P)</a:t>
                      </a:r>
                      <a:endParaRPr sz="1400" u="none" cap="none" strike="noStrike"/>
                    </a:p>
                  </a:txBody>
                  <a:tcPr marT="34300" marB="34300" marR="68600" marL="686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Roboto"/>
                        <a:buNone/>
                      </a:pPr>
                      <a:r>
                        <a:rPr b="0" i="0" lang="en-GB" sz="800" u="none" cap="none" strike="noStrike"/>
                        <a:t>Towed to B&amp;P Service Centre for vehicle repair </a:t>
                      </a:r>
                      <a:endParaRPr sz="1400" u="none" cap="none" strike="noStrike"/>
                    </a:p>
                  </a:txBody>
                  <a:tcPr marT="34300" marB="34300" marR="68600" marL="68600" anchor="ctr"/>
                </a:tc>
              </a:tr>
              <a:tr h="2781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Roboto"/>
                        <a:buNone/>
                      </a:pPr>
                      <a:r>
                        <a:rPr b="0" i="0" lang="en-GB" sz="800" u="none" cap="none" strike="noStrike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e.MAS5 Prime</a:t>
                      </a:r>
                      <a:endParaRPr sz="1100"/>
                    </a:p>
                  </a:txBody>
                  <a:tcPr marT="34300" marB="34300" marR="68600" marL="686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Roboto"/>
                        <a:buNone/>
                      </a:pPr>
                      <a:r>
                        <a:rPr b="0" i="0" lang="en-GB" sz="800" u="none" cap="none" strike="noStrike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21 Jul 2026</a:t>
                      </a:r>
                      <a:endParaRPr sz="8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4300" marB="34300" marR="68600" marL="686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en-GB" sz="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SJQ2924</a:t>
                      </a:r>
                      <a:endParaRPr sz="1400" u="none" cap="none" strike="noStrike"/>
                    </a:p>
                  </a:txBody>
                  <a:tcPr marT="34300" marB="34300" marR="68600" marL="686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Roboto"/>
                        <a:buNone/>
                      </a:pPr>
                      <a:r>
                        <a:rPr b="0" i="0" lang="en-GB" sz="8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Accident</a:t>
                      </a:r>
                      <a:endParaRPr sz="1100"/>
                    </a:p>
                  </a:txBody>
                  <a:tcPr marT="34300" marB="34300" marR="68600" marL="686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en-GB" sz="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Proton e.MAS Kota Kinabalu - Harapan Maju</a:t>
                      </a:r>
                      <a:endParaRPr sz="1400" u="none" cap="none" strike="noStrike"/>
                    </a:p>
                  </a:txBody>
                  <a:tcPr marT="34300" marB="34300" marR="68600" marL="686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Roboto"/>
                        <a:buNone/>
                      </a:pPr>
                      <a:r>
                        <a:rPr b="0" i="0" lang="en-GB" sz="800" u="none" cap="none" strike="noStrike"/>
                        <a:t>Putatan, Sabah</a:t>
                      </a:r>
                      <a:endParaRPr sz="1400" u="none" cap="none" strike="noStrike"/>
                    </a:p>
                  </a:txBody>
                  <a:tcPr marT="34300" marB="34300" marR="68600" marL="686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en-GB" sz="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Proton e.MAS Kota Kinabalu - Fook Loi Eurocar </a:t>
                      </a:r>
                      <a:endParaRPr sz="1100"/>
                    </a:p>
                  </a:txBody>
                  <a:tcPr marT="34300" marB="34300" marR="68600" marL="686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Roboto"/>
                        <a:buNone/>
                      </a:pPr>
                      <a:r>
                        <a:rPr b="0" i="0" lang="en-GB" sz="800" u="none" cap="none" strike="noStrike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Towed to service center for vehicle repair</a:t>
                      </a:r>
                      <a:endParaRPr sz="1100"/>
                    </a:p>
                  </a:txBody>
                  <a:tcPr marT="34300" marB="34300" marR="68600" marL="68600" anchor="ctr"/>
                </a:tc>
              </a:tr>
              <a:tr h="2781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Roboto"/>
                        <a:buNone/>
                      </a:pPr>
                      <a:r>
                        <a:rPr b="0" i="0" lang="en-GB" sz="800" u="none" cap="none" strike="noStrike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e.MAS5 Premium</a:t>
                      </a:r>
                      <a:endParaRPr sz="1100"/>
                    </a:p>
                  </a:txBody>
                  <a:tcPr marT="34300" marB="34300" marR="68600" marL="686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Roboto"/>
                        <a:buNone/>
                      </a:pPr>
                      <a:r>
                        <a:rPr b="0" i="0" lang="en-GB" sz="800" u="none" cap="none" strike="noStrike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22 Jul 2026</a:t>
                      </a:r>
                      <a:endParaRPr sz="8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4300" marB="34300" marR="68600" marL="686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en-GB" sz="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NEJ776</a:t>
                      </a:r>
                      <a:endParaRPr sz="1400" u="none" cap="none" strike="noStrike"/>
                    </a:p>
                  </a:txBody>
                  <a:tcPr marT="34300" marB="34300" marR="68600" marL="686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Roboto"/>
                        <a:buNone/>
                      </a:pPr>
                      <a:r>
                        <a:rPr b="0" i="0" lang="en-GB" sz="800" u="none" cap="none" strike="noStrike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Flat tire</a:t>
                      </a:r>
                      <a:endParaRPr sz="1100"/>
                    </a:p>
                  </a:txBody>
                  <a:tcPr marT="34300" marB="34300" marR="68600" marL="686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Roboto"/>
                        <a:buNone/>
                      </a:pPr>
                      <a:r>
                        <a:rPr b="0" i="0" lang="en-GB" sz="800" u="none" cap="none" strike="noStrike"/>
                        <a:t>Proton e.MAS Setia Alam - Wheelcorp EV </a:t>
                      </a:r>
                      <a:endParaRPr sz="1400" u="none" cap="none" strike="noStrike"/>
                    </a:p>
                  </a:txBody>
                  <a:tcPr marT="34300" marB="34300" marR="68600" marL="686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Roboto"/>
                        <a:buNone/>
                      </a:pPr>
                      <a:r>
                        <a:rPr b="0" i="0" lang="en-GB" sz="8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Port Klang, Selangor</a:t>
                      </a:r>
                      <a:endParaRPr sz="1100"/>
                    </a:p>
                  </a:txBody>
                  <a:tcPr marT="34300" marB="34300" marR="68600" marL="686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Roboto"/>
                        <a:buNone/>
                      </a:pPr>
                      <a:r>
                        <a:rPr b="0" i="0" lang="en-GB" sz="800" u="none" cap="none" strike="noStrike"/>
                        <a:t>Continental Top Hill Auto Service, Shah Alam</a:t>
                      </a:r>
                      <a:endParaRPr sz="1100"/>
                    </a:p>
                  </a:txBody>
                  <a:tcPr marT="34300" marB="34300" marR="68600" marL="686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Roboto"/>
                        <a:buNone/>
                      </a:pPr>
                      <a:r>
                        <a:rPr b="0" i="0" lang="en-GB" sz="800" u="none" cap="none" strike="noStrike">
                          <a:solidFill>
                            <a:srgbClr val="000000"/>
                          </a:solidFill>
                        </a:rPr>
                        <a:t>Towed to tire shop for tire repair 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4300" marB="34300" marR="68600" marL="68600" anchor="ctr"/>
                </a:tc>
              </a:tr>
              <a:tr h="2781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Roboto"/>
                        <a:buNone/>
                      </a:pPr>
                      <a:r>
                        <a:rPr b="0" i="0" lang="en-GB" sz="800" u="none" cap="none" strike="noStrike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e.MAS7 Premium</a:t>
                      </a:r>
                      <a:endParaRPr sz="1100"/>
                    </a:p>
                  </a:txBody>
                  <a:tcPr marT="34300" marB="34300" marR="68600" marL="686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Roboto"/>
                        <a:buNone/>
                      </a:pPr>
                      <a:r>
                        <a:rPr b="0" i="0" lang="en-GB" sz="800" u="none" cap="none" strike="noStrike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22 Jul 2026</a:t>
                      </a:r>
                      <a:endParaRPr sz="8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4300" marB="34300" marR="68600" marL="686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en-GB" sz="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VQF8426</a:t>
                      </a:r>
                      <a:endParaRPr sz="1400" u="none" cap="none" strike="noStrike"/>
                    </a:p>
                  </a:txBody>
                  <a:tcPr marT="34300" marB="34300" marR="68600" marL="686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Roboto"/>
                        <a:buNone/>
                      </a:pPr>
                      <a:r>
                        <a:rPr b="0" i="0" lang="en-GB" sz="800" u="none" cap="none" strike="noStrike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Accident</a:t>
                      </a:r>
                      <a:endParaRPr sz="1100"/>
                    </a:p>
                  </a:txBody>
                  <a:tcPr marT="34300" marB="34300" marR="68600" marL="686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Roboto"/>
                        <a:buNone/>
                      </a:pPr>
                      <a:r>
                        <a:rPr b="0" i="0" lang="en-GB" sz="800" u="none" cap="none" strike="noStrike"/>
                        <a:t>Proton e.MAS Klang, Jalan Kapar - Dimensi World</a:t>
                      </a:r>
                      <a:endParaRPr sz="1400" u="none" cap="none" strike="noStrike"/>
                    </a:p>
                  </a:txBody>
                  <a:tcPr marT="34300" marB="34300" marR="68600" marL="686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en-GB" sz="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My Rumah Imperio Home, Alor Setar, Kedah</a:t>
                      </a:r>
                      <a:endParaRPr sz="1400" u="none" cap="none" strike="noStrike"/>
                    </a:p>
                  </a:txBody>
                  <a:tcPr marT="34300" marB="34300" marR="68600" marL="686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en-GB" sz="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Proton e.MAS Alor Setar - Rahmat Jutamas</a:t>
                      </a:r>
                      <a:endParaRPr sz="1400" u="none" cap="none" strike="noStrike"/>
                    </a:p>
                  </a:txBody>
                  <a:tcPr marT="34300" marB="34300" marR="68600" marL="686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Roboto"/>
                        <a:buNone/>
                      </a:pPr>
                      <a:r>
                        <a:rPr b="0" i="0" lang="en-GB" sz="800" u="none" cap="none" strike="noStrike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Towed to Service Centre for vehicle repair</a:t>
                      </a:r>
                      <a:endParaRPr sz="8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4300" marB="34300" marR="68600" marL="68600" anchor="ctr"/>
                </a:tc>
              </a:tr>
              <a:tr h="2781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Roboto"/>
                        <a:buNone/>
                      </a:pPr>
                      <a:r>
                        <a:rPr b="0" i="0" lang="en-GB" sz="800" u="none" cap="none" strike="noStrike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e.MAS7 Premium</a:t>
                      </a:r>
                      <a:endParaRPr sz="1100"/>
                    </a:p>
                  </a:txBody>
                  <a:tcPr marT="34300" marB="34300" marR="68600" marL="686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Roboto"/>
                        <a:buNone/>
                      </a:pPr>
                      <a:r>
                        <a:rPr b="0" i="0" lang="en-GB" sz="800" u="none" cap="none" strike="noStrike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22 Jul 2026</a:t>
                      </a:r>
                      <a:endParaRPr sz="1100"/>
                    </a:p>
                  </a:txBody>
                  <a:tcPr marT="34300" marB="34300" marR="68600" marL="686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en-GB" sz="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VQF8426</a:t>
                      </a:r>
                      <a:endParaRPr sz="1400" u="none" cap="none" strike="noStrike"/>
                    </a:p>
                  </a:txBody>
                  <a:tcPr marT="34300" marB="34300" marR="68600" marL="686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Roboto"/>
                        <a:buNone/>
                      </a:pPr>
                      <a:r>
                        <a:rPr b="0" i="0" lang="en-GB" sz="800" u="none" cap="none" strike="noStrike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Accident</a:t>
                      </a:r>
                      <a:endParaRPr sz="1100"/>
                    </a:p>
                  </a:txBody>
                  <a:tcPr marT="34300" marB="34300" marR="68600" marL="686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Roboto"/>
                        <a:buNone/>
                      </a:pPr>
                      <a:r>
                        <a:rPr b="0" i="0" lang="en-GB" sz="800" u="none" cap="none" strike="noStrike"/>
                        <a:t>Proton e.MAS Klang, Jalan Kapar - Dimensi World </a:t>
                      </a:r>
                      <a:endParaRPr sz="1400" u="none" cap="none" strike="noStrike"/>
                    </a:p>
                  </a:txBody>
                  <a:tcPr marT="34300" marB="34300" marR="68600" marL="686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Roboto"/>
                        <a:buNone/>
                      </a:pPr>
                      <a:r>
                        <a:rPr b="0" i="0" lang="en-GB" sz="800" u="none" cap="none" strike="noStrike"/>
                        <a:t>Alor Setar, Kedah</a:t>
                      </a:r>
                      <a:endParaRPr sz="1400" u="none" cap="none" strike="noStrike"/>
                    </a:p>
                  </a:txBody>
                  <a:tcPr marT="34300" marB="34300" marR="68600" marL="686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en-GB" sz="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Proton e.MAS Subang Jaya – MBf EV Auto (B&amp;P) </a:t>
                      </a:r>
                      <a:endParaRPr sz="1400" u="none" cap="none" strike="noStrike"/>
                    </a:p>
                  </a:txBody>
                  <a:tcPr marT="34300" marB="34300" marR="68600" marL="686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Roboto"/>
                        <a:buNone/>
                      </a:pPr>
                      <a:r>
                        <a:rPr b="0" i="0" lang="en-GB" sz="800" u="none" cap="none" strike="noStrike">
                          <a:solidFill>
                            <a:srgbClr val="000000"/>
                          </a:solidFill>
                        </a:rPr>
                        <a:t>Towed to B&amp;P Service Centre for vehicle repair </a:t>
                      </a:r>
                      <a:endParaRPr sz="1400" u="none" cap="none" strike="noStrike"/>
                    </a:p>
                  </a:txBody>
                  <a:tcPr marT="34300" marB="34300" marR="68600" marL="68600" anchor="ctr"/>
                </a:tc>
              </a:tr>
              <a:tr h="2781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Roboto"/>
                        <a:buNone/>
                      </a:pPr>
                      <a:r>
                        <a:rPr b="0" i="0" lang="en-GB" sz="800" u="none" cap="none" strike="noStrike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e.MAS7 Premium</a:t>
                      </a:r>
                      <a:endParaRPr sz="1100"/>
                    </a:p>
                  </a:txBody>
                  <a:tcPr marT="34300" marB="34300" marR="68600" marL="686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Roboto"/>
                        <a:buNone/>
                      </a:pPr>
                      <a:r>
                        <a:rPr b="0" i="0" lang="en-GB" sz="800" u="none" cap="none" strike="noStrike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23 Jul 2026</a:t>
                      </a:r>
                      <a:endParaRPr sz="1100"/>
                    </a:p>
                  </a:txBody>
                  <a:tcPr marT="34300" marB="34300" marR="68600" marL="686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en-GB" sz="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VPV4734</a:t>
                      </a:r>
                      <a:endParaRPr sz="1400" u="none" cap="none" strike="noStrike"/>
                    </a:p>
                  </a:txBody>
                  <a:tcPr marT="34300" marB="34300" marR="68600" marL="686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Roboto"/>
                        <a:buNone/>
                      </a:pPr>
                      <a:r>
                        <a:rPr lang="en-GB" sz="8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Flat battery</a:t>
                      </a:r>
                      <a:endParaRPr sz="1100"/>
                    </a:p>
                  </a:txBody>
                  <a:tcPr marT="34300" marB="34300" marR="68600" marL="686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Roboto"/>
                        <a:buNone/>
                      </a:pPr>
                      <a:r>
                        <a:rPr b="0" i="0" lang="en-GB" sz="800" u="none" cap="none" strike="noStrike"/>
                        <a:t>Proton e.MAS Setapak - Igreen Premium</a:t>
                      </a:r>
                      <a:endParaRPr sz="1400" u="none" cap="none" strike="noStrike"/>
                    </a:p>
                  </a:txBody>
                  <a:tcPr marT="34300" marB="34300" marR="68600" marL="686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Roboto"/>
                        <a:buNone/>
                      </a:pPr>
                      <a:r>
                        <a:rPr b="0" i="0" lang="en-GB" sz="800" u="none" cap="none" strike="noStrike"/>
                        <a:t>MRR2, Ampang, Selangor</a:t>
                      </a:r>
                      <a:endParaRPr sz="1400" u="none" cap="none" strike="noStrike"/>
                    </a:p>
                  </a:txBody>
                  <a:tcPr marT="34300" marB="34300" marR="68600" marL="686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Roboto"/>
                        <a:buNone/>
                      </a:pPr>
                      <a:r>
                        <a:rPr b="0" i="0" lang="en-GB" sz="800" u="none" cap="none" strike="noStrike"/>
                        <a:t>JomCharge Charging Station, Segambut KL</a:t>
                      </a:r>
                      <a:endParaRPr sz="1400" u="none" cap="none" strike="noStrike"/>
                    </a:p>
                  </a:txBody>
                  <a:tcPr marT="34300" marB="34300" marR="68600" marL="686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en-GB" sz="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Towed to charging station for vehicle charging </a:t>
                      </a:r>
                      <a:endParaRPr sz="1400" u="none" cap="none" strike="noStrike"/>
                    </a:p>
                  </a:txBody>
                  <a:tcPr marT="34300" marB="34300" marR="68600" marL="68600" anchor="ctr"/>
                </a:tc>
              </a:tr>
              <a:tr h="278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Roboto"/>
                        <a:buNone/>
                      </a:pPr>
                      <a:r>
                        <a:rPr b="0" i="0" lang="en-GB" sz="800" u="none" cap="none" strike="noStrike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e.MAS7 Premium</a:t>
                      </a:r>
                      <a:endParaRPr sz="1100"/>
                    </a:p>
                  </a:txBody>
                  <a:tcPr marT="34300" marB="34300" marR="68600" marL="686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Roboto"/>
                        <a:buNone/>
                      </a:pPr>
                      <a:r>
                        <a:rPr b="0" i="0" lang="en-GB" sz="800" u="none" cap="none" strike="noStrike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23 Jul 2026</a:t>
                      </a:r>
                      <a:endParaRPr sz="1400" u="none" cap="none" strike="noStrike"/>
                    </a:p>
                  </a:txBody>
                  <a:tcPr marT="34300" marB="34300" marR="68600" marL="686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en-GB" sz="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FH5105</a:t>
                      </a:r>
                      <a:endParaRPr sz="1400" u="none" cap="none" strike="noStrike"/>
                    </a:p>
                  </a:txBody>
                  <a:tcPr marT="34300" marB="34300" marR="68600" marL="686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Roboto"/>
                        <a:buNone/>
                      </a:pPr>
                      <a:r>
                        <a:rPr lang="en-GB" sz="8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Flat tire</a:t>
                      </a:r>
                      <a:endParaRPr sz="1100"/>
                    </a:p>
                  </a:txBody>
                  <a:tcPr marT="34300" marB="34300" marR="68600" marL="686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Roboto"/>
                        <a:buNone/>
                      </a:pPr>
                      <a:r>
                        <a:rPr b="0" i="0" lang="en-GB" sz="800" u="none" cap="none" strike="noStrike"/>
                        <a:t>Proton e.MAS Shah Alam - SG Car</a:t>
                      </a:r>
                      <a:endParaRPr sz="1400" u="none" cap="none" strike="noStrike"/>
                    </a:p>
                  </a:txBody>
                  <a:tcPr marT="34300" marB="34300" marR="68600" marL="686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Roboto"/>
                        <a:buNone/>
                      </a:pPr>
                      <a:r>
                        <a:rPr b="0" i="0" lang="en-GB" sz="800" u="none" cap="none" strike="noStrike"/>
                        <a:t>Petron NKVE KL Bound, Shah Alam, Selangor</a:t>
                      </a:r>
                      <a:endParaRPr sz="1400" u="none" cap="none" strike="noStrike"/>
                    </a:p>
                  </a:txBody>
                  <a:tcPr marT="34300" marB="34300" marR="68600" marL="686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Roboto"/>
                        <a:buNone/>
                      </a:pPr>
                      <a:r>
                        <a:rPr b="0" i="0" lang="en-GB" sz="800" u="none" cap="none" strike="noStrike"/>
                        <a:t>TUHU Car Care – Glenmarie, Selangor</a:t>
                      </a:r>
                      <a:endParaRPr sz="1400" u="none" cap="none" strike="noStrike"/>
                    </a:p>
                  </a:txBody>
                  <a:tcPr marT="34300" marB="34300" marR="68600" marL="686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en-GB" sz="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Towed to tire shop for tire repair </a:t>
                      </a:r>
                      <a:endParaRPr sz="1400" u="none" cap="none" strike="noStrike"/>
                    </a:p>
                  </a:txBody>
                  <a:tcPr marT="34300" marB="34300" marR="68600" marL="68600" anchor="ctr"/>
                </a:tc>
              </a:tr>
              <a:tr h="2781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Roboto"/>
                        <a:buNone/>
                      </a:pPr>
                      <a:r>
                        <a:rPr b="0" i="0" lang="en-GB" sz="800" u="none" cap="none" strike="noStrike">
                          <a:solidFill>
                            <a:srgbClr val="000000"/>
                          </a:solidFill>
                        </a:rPr>
                        <a:t>e.MAS5 Prime </a:t>
                      </a:r>
                      <a:endParaRPr sz="1400" u="none" cap="none" strike="noStrike"/>
                    </a:p>
                  </a:txBody>
                  <a:tcPr marT="34300" marB="34300" marR="68600" marL="686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Roboto"/>
                        <a:buNone/>
                      </a:pPr>
                      <a:r>
                        <a:rPr b="0" i="0" lang="en-GB" sz="800" u="none" cap="none" strike="noStrike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23 Jul 2026</a:t>
                      </a:r>
                      <a:endParaRPr sz="1400" u="none" cap="none" strike="noStrike"/>
                    </a:p>
                  </a:txBody>
                  <a:tcPr marT="34300" marB="34300" marR="68600" marL="686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en-GB" sz="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APE8321</a:t>
                      </a:r>
                      <a:endParaRPr sz="1400" u="none" cap="none" strike="noStrike"/>
                    </a:p>
                  </a:txBody>
                  <a:tcPr marT="34300" marB="34300" marR="68600" marL="686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Roboto"/>
                        <a:buNone/>
                      </a:pPr>
                      <a:r>
                        <a:rPr lang="en-GB" sz="8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Accident</a:t>
                      </a:r>
                      <a:endParaRPr sz="1100"/>
                    </a:p>
                  </a:txBody>
                  <a:tcPr marT="34300" marB="34300" marR="68600" marL="686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Roboto"/>
                        <a:buNone/>
                      </a:pPr>
                      <a:r>
                        <a:rPr b="0" i="0" lang="en-GB" sz="800" u="none" cap="none" strike="noStrike"/>
                        <a:t>Proton e.MAS Jalan Tun Razak - MBf EV Auto</a:t>
                      </a:r>
                      <a:endParaRPr sz="1400" u="none" cap="none" strike="noStrike"/>
                    </a:p>
                  </a:txBody>
                  <a:tcPr marT="34300" marB="34300" marR="68600" marL="686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Roboto"/>
                        <a:buNone/>
                      </a:pPr>
                      <a:r>
                        <a:rPr b="0" i="0" lang="en-GB" sz="800" u="none" cap="none" strike="noStrike"/>
                        <a:t>CHAGEE Anggun City, Rawang, Selangor</a:t>
                      </a:r>
                      <a:endParaRPr sz="1400" u="none" cap="none" strike="noStrike"/>
                    </a:p>
                  </a:txBody>
                  <a:tcPr marT="34300" marB="34300" marR="68600" marL="686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Roboto"/>
                        <a:buNone/>
                      </a:pPr>
                      <a:r>
                        <a:rPr b="0" i="0" lang="en-GB" sz="800" u="none" cap="none" strike="noStrike"/>
                        <a:t>Proton e.MAS Setapak  - Igreen Premium</a:t>
                      </a:r>
                      <a:endParaRPr sz="1400" u="none" cap="none" strike="noStrike"/>
                    </a:p>
                  </a:txBody>
                  <a:tcPr marT="34300" marB="34300" marR="68600" marL="686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en-GB" sz="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Towed to service centre for vehicle repair </a:t>
                      </a:r>
                      <a:endParaRPr sz="1100"/>
                    </a:p>
                  </a:txBody>
                  <a:tcPr marT="34300" marB="34300" marR="68600" marL="6860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49"/>
          <p:cNvSpPr txBox="1"/>
          <p:nvPr>
            <p:ph idx="12" type="sldNum"/>
          </p:nvPr>
        </p:nvSpPr>
        <p:spPr>
          <a:xfrm>
            <a:off x="8501063" y="4686895"/>
            <a:ext cx="310753" cy="1565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26" name="Google Shape;226;p49"/>
          <p:cNvSpPr txBox="1"/>
          <p:nvPr/>
        </p:nvSpPr>
        <p:spPr>
          <a:xfrm>
            <a:off x="271546" y="376361"/>
            <a:ext cx="6925386" cy="27697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50" spcFirstLastPara="1" rIns="68550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PeC Complaint / Analysis &amp; Key Highlights W31 : 17 July – 23 July 2026  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7" name="Google Shape;227;p49"/>
          <p:cNvSpPr txBox="1"/>
          <p:nvPr/>
        </p:nvSpPr>
        <p:spPr>
          <a:xfrm>
            <a:off x="537804" y="788401"/>
            <a:ext cx="8394683" cy="415499"/>
          </a:xfrm>
          <a:prstGeom prst="rect">
            <a:avLst/>
          </a:prstGeom>
          <a:solidFill>
            <a:srgbClr val="F2F2F2"/>
          </a:solidFill>
          <a:ln cap="flat" cmpd="sng" w="25400">
            <a:solidFill>
              <a:srgbClr val="EBF1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215900" lvl="0" marL="2159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•"/>
            </a:pPr>
            <a:r>
              <a:rPr b="0" i="0" lang="en-GB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Total Customer Complaint on W31 (17 July - 23 July 2026)</a:t>
            </a:r>
            <a:r>
              <a:rPr b="1" i="0" lang="en-GB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:  225 cases</a:t>
            </a:r>
            <a:endParaRPr sz="1100"/>
          </a:p>
          <a:p>
            <a:pPr indent="-215900" lvl="0" marL="2159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•"/>
            </a:pPr>
            <a:r>
              <a:rPr b="0" i="0" lang="en-GB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Highest complain received on W31 (17 July – 23 July 2026) : </a:t>
            </a:r>
            <a:r>
              <a:rPr b="1" i="0" lang="en-GB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Apps with 56 cases , 25%</a:t>
            </a:r>
            <a:endParaRPr b="1"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5900" lvl="0" marL="2159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•"/>
            </a:pPr>
            <a:r>
              <a:rPr b="0" i="0" lang="en-GB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Total Case registered as of 23 July 2026 are</a:t>
            </a:r>
            <a:r>
              <a:rPr b="1" i="0" lang="en-GB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4,563 cases [App : 1,103 cases , Product : 995 cases, Sales: 923 cases , Charging : 894 cases, Aftersales : 648 cases]</a:t>
            </a:r>
            <a:endParaRPr sz="1100"/>
          </a:p>
        </p:txBody>
      </p:sp>
      <p:sp>
        <p:nvSpPr>
          <p:cNvPr id="228" name="Google Shape;228;p49"/>
          <p:cNvSpPr txBox="1"/>
          <p:nvPr/>
        </p:nvSpPr>
        <p:spPr>
          <a:xfrm>
            <a:off x="165682" y="885824"/>
            <a:ext cx="393461" cy="276999"/>
          </a:xfrm>
          <a:prstGeom prst="rect">
            <a:avLst/>
          </a:prstGeom>
          <a:solidFill>
            <a:srgbClr val="ACD7CA"/>
          </a:solidFill>
          <a:ln>
            <a:noFill/>
          </a:ln>
        </p:spPr>
        <p:txBody>
          <a:bodyPr anchorCtr="1" anchor="ctr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100"/>
          </a:p>
        </p:txBody>
      </p:sp>
      <p:sp>
        <p:nvSpPr>
          <p:cNvPr id="229" name="Google Shape;229;p49"/>
          <p:cNvSpPr txBox="1"/>
          <p:nvPr/>
        </p:nvSpPr>
        <p:spPr>
          <a:xfrm>
            <a:off x="211514" y="1219132"/>
            <a:ext cx="6942860" cy="1962033"/>
          </a:xfrm>
          <a:prstGeom prst="rect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boto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30" name="Google Shape;230;p49"/>
          <p:cNvGraphicFramePr/>
          <p:nvPr/>
        </p:nvGraphicFramePr>
        <p:xfrm>
          <a:off x="5452769" y="153613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{797743E4-A2D9-4CB4-8DC9-A28F63FA84B6}</a:tableStyleId>
              </a:tblPr>
              <a:tblGrid>
                <a:gridCol w="938325"/>
                <a:gridCol w="623850"/>
              </a:tblGrid>
              <a:tr h="196925">
                <a:tc grid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 u="none" cap="none" strike="noStrike"/>
                        <a:t>Total Case Division on  W31</a:t>
                      </a:r>
                      <a:endParaRPr sz="1100"/>
                    </a:p>
                  </a:txBody>
                  <a:tcPr marT="34300" marB="34300" marR="68600" marL="68600"/>
                </a:tc>
                <a:tc hMerge="1"/>
              </a:tr>
              <a:tr h="1819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800">
                          <a:solidFill>
                            <a:srgbClr val="0244EB"/>
                          </a:solidFill>
                        </a:rPr>
                        <a:t>Apps</a:t>
                      </a:r>
                      <a:endParaRPr sz="1100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800">
                          <a:solidFill>
                            <a:srgbClr val="0244EB"/>
                          </a:solidFill>
                        </a:rPr>
                        <a:t>56</a:t>
                      </a:r>
                      <a:endParaRPr sz="1100"/>
                    </a:p>
                  </a:txBody>
                  <a:tcPr marT="34300" marB="34300" marR="68600" marL="68600"/>
                </a:tc>
              </a:tr>
              <a:tr h="1819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800">
                          <a:solidFill>
                            <a:schemeClr val="dk1"/>
                          </a:solidFill>
                        </a:rPr>
                        <a:t>Sales</a:t>
                      </a:r>
                      <a:endParaRPr sz="1100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800">
                          <a:solidFill>
                            <a:schemeClr val="dk1"/>
                          </a:solidFill>
                        </a:rPr>
                        <a:t>51</a:t>
                      </a:r>
                      <a:endParaRPr sz="1100"/>
                    </a:p>
                  </a:txBody>
                  <a:tcPr marT="34300" marB="34300" marR="68600" marL="68600"/>
                </a:tc>
              </a:tr>
              <a:tr h="1819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800">
                          <a:solidFill>
                            <a:schemeClr val="dk1"/>
                          </a:solidFill>
                        </a:rPr>
                        <a:t>Aftersales</a:t>
                      </a:r>
                      <a:endParaRPr sz="1100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800">
                          <a:solidFill>
                            <a:schemeClr val="dk1"/>
                          </a:solidFill>
                        </a:rPr>
                        <a:t>46</a:t>
                      </a:r>
                      <a:endParaRPr sz="1100"/>
                    </a:p>
                  </a:txBody>
                  <a:tcPr marT="34300" marB="34300" marR="68600" marL="68600"/>
                </a:tc>
              </a:tr>
              <a:tr h="1819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800">
                          <a:solidFill>
                            <a:schemeClr val="dk1"/>
                          </a:solidFill>
                        </a:rPr>
                        <a:t>Product</a:t>
                      </a:r>
                      <a:endParaRPr sz="1100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800">
                          <a:solidFill>
                            <a:schemeClr val="dk1"/>
                          </a:solidFill>
                        </a:rPr>
                        <a:t>36</a:t>
                      </a:r>
                      <a:endParaRPr sz="1100"/>
                    </a:p>
                  </a:txBody>
                  <a:tcPr marT="34300" marB="34300" marR="68600" marL="68600"/>
                </a:tc>
              </a:tr>
              <a:tr h="203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800">
                          <a:solidFill>
                            <a:schemeClr val="dk1"/>
                          </a:solidFill>
                        </a:rPr>
                        <a:t>Charging</a:t>
                      </a:r>
                      <a:endParaRPr sz="1100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800">
                          <a:solidFill>
                            <a:schemeClr val="dk1"/>
                          </a:solidFill>
                        </a:rPr>
                        <a:t>36</a:t>
                      </a:r>
                      <a:endParaRPr sz="1100"/>
                    </a:p>
                  </a:txBody>
                  <a:tcPr marT="34300" marB="34300" marR="68600" marL="68600"/>
                </a:tc>
              </a:tr>
              <a:tr h="226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800"/>
                        <a:t>Total Complaint</a:t>
                      </a:r>
                      <a:endParaRPr sz="1100"/>
                    </a:p>
                  </a:txBody>
                  <a:tcPr marT="34300" marB="34300" marR="68600" marL="686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800"/>
                        <a:t>225</a:t>
                      </a:r>
                      <a:endParaRPr sz="1100"/>
                    </a:p>
                  </a:txBody>
                  <a:tcPr marT="34300" marB="34300" marR="68600" marL="68600" anchor="ctr"/>
                </a:tc>
              </a:tr>
            </a:tbl>
          </a:graphicData>
        </a:graphic>
      </p:graphicFrame>
      <p:sp>
        <p:nvSpPr>
          <p:cNvPr id="231" name="Google Shape;231;p49"/>
          <p:cNvSpPr txBox="1"/>
          <p:nvPr/>
        </p:nvSpPr>
        <p:spPr>
          <a:xfrm>
            <a:off x="1606880" y="1222505"/>
            <a:ext cx="2800718" cy="19620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Total Customer Complaint: 01.01.2026 – 23.07.2026</a:t>
            </a:r>
            <a:endParaRPr b="1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49"/>
          <p:cNvSpPr txBox="1"/>
          <p:nvPr/>
        </p:nvSpPr>
        <p:spPr>
          <a:xfrm>
            <a:off x="140950" y="3345299"/>
            <a:ext cx="6958305" cy="1737162"/>
          </a:xfrm>
          <a:prstGeom prst="rect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boto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49"/>
          <p:cNvSpPr txBox="1"/>
          <p:nvPr/>
        </p:nvSpPr>
        <p:spPr>
          <a:xfrm>
            <a:off x="1898217" y="3436261"/>
            <a:ext cx="2800718" cy="19620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GB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Complaint By Channel: 01.01.2026 – 23.07.2026</a:t>
            </a:r>
            <a:endParaRPr b="1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34" name="Google Shape;234;p49"/>
          <p:cNvGraphicFramePr/>
          <p:nvPr/>
        </p:nvGraphicFramePr>
        <p:xfrm>
          <a:off x="5476504" y="376897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{797743E4-A2D9-4CB4-8DC9-A28F63FA84B6}</a:tableStyleId>
              </a:tblPr>
              <a:tblGrid>
                <a:gridCol w="909525"/>
                <a:gridCol w="605175"/>
              </a:tblGrid>
              <a:tr h="195450">
                <a:tc grid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/>
                        <a:t>Total Source on W31</a:t>
                      </a:r>
                      <a:endParaRPr sz="1100"/>
                    </a:p>
                  </a:txBody>
                  <a:tcPr marT="34300" marB="34300" marR="68600" marL="68600"/>
                </a:tc>
                <a:tc hMerge="1"/>
              </a:tr>
              <a:tr h="1661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800">
                          <a:solidFill>
                            <a:srgbClr val="0244EB"/>
                          </a:solidFill>
                        </a:rPr>
                        <a:t>WhatsApp</a:t>
                      </a:r>
                      <a:endParaRPr sz="1100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800">
                          <a:solidFill>
                            <a:srgbClr val="0244EB"/>
                          </a:solidFill>
                        </a:rPr>
                        <a:t>133</a:t>
                      </a:r>
                      <a:endParaRPr sz="1100"/>
                    </a:p>
                  </a:txBody>
                  <a:tcPr marT="34300" marB="34300" marR="68600" marL="68600"/>
                </a:tc>
              </a:tr>
              <a:tr h="1661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/>
                        <a:t>Call</a:t>
                      </a:r>
                      <a:endParaRPr sz="1100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/>
                        <a:t>64</a:t>
                      </a:r>
                      <a:endParaRPr sz="1100"/>
                    </a:p>
                  </a:txBody>
                  <a:tcPr marT="34300" marB="34300" marR="68600" marL="68600"/>
                </a:tc>
              </a:tr>
              <a:tr h="1661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/>
                        <a:t>Email</a:t>
                      </a:r>
                      <a:endParaRPr sz="1100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/>
                        <a:t>27</a:t>
                      </a:r>
                      <a:endParaRPr sz="1100"/>
                    </a:p>
                  </a:txBody>
                  <a:tcPr marT="34300" marB="34300" marR="68600" marL="68600"/>
                </a:tc>
              </a:tr>
              <a:tr h="196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Roboto"/>
                        <a:buNone/>
                      </a:pPr>
                      <a:r>
                        <a:rPr b="0" lang="en-GB" sz="800"/>
                        <a:t>Social Media</a:t>
                      </a:r>
                      <a:endParaRPr sz="1100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Roboto"/>
                        <a:buNone/>
                      </a:pPr>
                      <a:r>
                        <a:rPr b="0" lang="en-GB" sz="800"/>
                        <a:t>1</a:t>
                      </a:r>
                      <a:endParaRPr sz="1100"/>
                    </a:p>
                  </a:txBody>
                  <a:tcPr marT="34300" marB="34300" marR="68600" marL="68600"/>
                </a:tc>
              </a:tr>
              <a:tr h="196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800"/>
                        <a:t>Total Source</a:t>
                      </a:r>
                      <a:endParaRPr sz="1100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800"/>
                        <a:t>225</a:t>
                      </a:r>
                      <a:endParaRPr sz="1100"/>
                    </a:p>
                  </a:txBody>
                  <a:tcPr marT="34300" marB="34300" marR="68600" marL="68600"/>
                </a:tc>
              </a:tr>
            </a:tbl>
          </a:graphicData>
        </a:graphic>
      </p:graphicFrame>
      <p:sp>
        <p:nvSpPr>
          <p:cNvPr id="235" name="Google Shape;235;p49"/>
          <p:cNvSpPr txBox="1"/>
          <p:nvPr/>
        </p:nvSpPr>
        <p:spPr>
          <a:xfrm>
            <a:off x="160010" y="3123840"/>
            <a:ext cx="372426" cy="276999"/>
          </a:xfrm>
          <a:prstGeom prst="rect">
            <a:avLst/>
          </a:prstGeom>
          <a:solidFill>
            <a:srgbClr val="ACD7CA"/>
          </a:solidFill>
          <a:ln>
            <a:noFill/>
          </a:ln>
        </p:spPr>
        <p:txBody>
          <a:bodyPr anchorCtr="1" anchor="ctr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100"/>
          </a:p>
        </p:txBody>
      </p:sp>
      <p:sp>
        <p:nvSpPr>
          <p:cNvPr id="236" name="Google Shape;236;p49"/>
          <p:cNvSpPr txBox="1"/>
          <p:nvPr/>
        </p:nvSpPr>
        <p:spPr>
          <a:xfrm>
            <a:off x="533839" y="3212800"/>
            <a:ext cx="6747241" cy="184666"/>
          </a:xfrm>
          <a:prstGeom prst="rect">
            <a:avLst/>
          </a:prstGeom>
          <a:solidFill>
            <a:srgbClr val="F2F2F2"/>
          </a:solidFill>
          <a:ln cap="flat" cmpd="sng" w="25400">
            <a:solidFill>
              <a:srgbClr val="EBF1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215900" lvl="0" marL="2159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•"/>
            </a:pPr>
            <a:r>
              <a:rPr b="1" i="0" lang="en-GB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YTD 2026 (as at 23.07.2026) : 62%</a:t>
            </a:r>
            <a:r>
              <a:rPr b="0" i="0" lang="en-GB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of the complaint registered by </a:t>
            </a:r>
            <a:r>
              <a:rPr b="1" i="0" lang="en-GB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Whatsapp</a:t>
            </a:r>
            <a:endParaRPr b="1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49"/>
          <p:cNvSpPr txBox="1"/>
          <p:nvPr/>
        </p:nvSpPr>
        <p:spPr>
          <a:xfrm>
            <a:off x="7390583" y="1204304"/>
            <a:ext cx="1222931" cy="36471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YTD (as of 23.07.26)</a:t>
            </a:r>
            <a:endParaRPr sz="1100"/>
          </a:p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Complain by Division</a:t>
            </a:r>
            <a:endParaRPr sz="1100"/>
          </a:p>
        </p:txBody>
      </p:sp>
      <p:sp>
        <p:nvSpPr>
          <p:cNvPr id="238" name="Google Shape;238;p49"/>
          <p:cNvSpPr txBox="1"/>
          <p:nvPr/>
        </p:nvSpPr>
        <p:spPr>
          <a:xfrm>
            <a:off x="7389139" y="3122102"/>
            <a:ext cx="1234954" cy="36471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YTD (as of 23.07.26)</a:t>
            </a:r>
            <a:endParaRPr sz="1100"/>
          </a:p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Complain by Channel</a:t>
            </a:r>
            <a:endParaRPr sz="1100"/>
          </a:p>
        </p:txBody>
      </p:sp>
      <p:sp>
        <p:nvSpPr>
          <p:cNvPr id="239" name="Google Shape;239;p49"/>
          <p:cNvSpPr txBox="1"/>
          <p:nvPr/>
        </p:nvSpPr>
        <p:spPr>
          <a:xfrm>
            <a:off x="3248395" y="2807861"/>
            <a:ext cx="507591" cy="15273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(W4 Of July)</a:t>
            </a:r>
            <a:endParaRPr sz="1100"/>
          </a:p>
        </p:txBody>
      </p:sp>
      <p:sp>
        <p:nvSpPr>
          <p:cNvPr id="240" name="Google Shape;240;p49"/>
          <p:cNvSpPr txBox="1"/>
          <p:nvPr/>
        </p:nvSpPr>
        <p:spPr>
          <a:xfrm>
            <a:off x="3259884" y="4767095"/>
            <a:ext cx="507591" cy="15273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(W4 Of July)</a:t>
            </a:r>
            <a:endParaRPr sz="1100"/>
          </a:p>
        </p:txBody>
      </p:sp>
      <p:pic>
        <p:nvPicPr>
          <p:cNvPr id="241" name="Google Shape;241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1546" y="1301323"/>
            <a:ext cx="3224213" cy="1909763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" name="Google Shape;242;p4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731968" y="1447632"/>
            <a:ext cx="1622948" cy="1634243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" name="Google Shape;243;p4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982594" y="1372360"/>
            <a:ext cx="2238375" cy="1824038"/>
          </a:xfrm>
          <a:prstGeom prst="rect">
            <a:avLst/>
          </a:prstGeom>
          <a:noFill/>
          <a:ln>
            <a:noFill/>
          </a:ln>
        </p:spPr>
      </p:pic>
      <p:pic>
        <p:nvPicPr>
          <p:cNvPr id="244" name="Google Shape;244;p4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44962" y="3553129"/>
            <a:ext cx="3314340" cy="156266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" name="Google Shape;245;p4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751582" y="3622277"/>
            <a:ext cx="1589315" cy="135404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6" name="Google Shape;246;p49"/>
          <p:cNvGrpSpPr/>
          <p:nvPr/>
        </p:nvGrpSpPr>
        <p:grpSpPr>
          <a:xfrm>
            <a:off x="7245783" y="3503221"/>
            <a:ext cx="1862920" cy="1522087"/>
            <a:chOff x="5173402" y="2322838"/>
            <a:chExt cx="2483893" cy="2029449"/>
          </a:xfrm>
        </p:grpSpPr>
        <p:pic>
          <p:nvPicPr>
            <p:cNvPr id="247" name="Google Shape;247;p49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5173402" y="2322838"/>
              <a:ext cx="2483893" cy="202944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8" name="Google Shape;248;p49"/>
            <p:cNvSpPr txBox="1"/>
            <p:nvPr/>
          </p:nvSpPr>
          <p:spPr>
            <a:xfrm>
              <a:off x="6033224" y="3033055"/>
              <a:ext cx="764248" cy="6090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0" i="0" lang="en-GB" sz="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WhatsApp</a:t>
              </a:r>
              <a:endParaRPr sz="1100"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0" i="0" lang="en-GB" sz="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2816</a:t>
              </a:r>
              <a:endParaRPr sz="1100"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0" i="0" lang="en-GB" sz="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62%</a:t>
              </a:r>
              <a:endParaRPr sz="1100"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50"/>
          <p:cNvSpPr txBox="1"/>
          <p:nvPr/>
        </p:nvSpPr>
        <p:spPr>
          <a:xfrm>
            <a:off x="221757" y="349218"/>
            <a:ext cx="5430881" cy="62321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GB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Complaint / Analysis &amp; Key Highlights W31 : 17 July – </a:t>
            </a:r>
            <a:r>
              <a:rPr b="1" lang="en-GB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23</a:t>
            </a:r>
            <a:r>
              <a:rPr b="1" i="0" lang="en-GB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July 2026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54" name="Google Shape;254;p50"/>
          <p:cNvGraphicFramePr/>
          <p:nvPr/>
        </p:nvGraphicFramePr>
        <p:xfrm>
          <a:off x="284333" y="78987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{93C284A9-C047-4CE7-A427-F8BDC51384B7}</a:tableStyleId>
              </a:tblPr>
              <a:tblGrid>
                <a:gridCol w="2506650"/>
                <a:gridCol w="864350"/>
                <a:gridCol w="1109250"/>
                <a:gridCol w="1109250"/>
                <a:gridCol w="1109250"/>
                <a:gridCol w="1109250"/>
              </a:tblGrid>
              <a:tr h="1869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Calibri"/>
                        <a:buNone/>
                      </a:pPr>
                      <a:r>
                        <a:rPr b="1" i="0" lang="en-GB" sz="9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Division / Concern 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Calibri"/>
                        <a:buNone/>
                      </a:pPr>
                      <a:r>
                        <a:rPr b="1" i="0" lang="en-GB" sz="9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e.MAS5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Calibri"/>
                        <a:buNone/>
                      </a:pPr>
                      <a:r>
                        <a:rPr b="1" i="0" lang="en-GB" sz="9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e.MAS7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Calibri"/>
                        <a:buNone/>
                      </a:pPr>
                      <a:r>
                        <a:rPr b="1" i="0" lang="en-GB" sz="9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e.MAS7 PHEV 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Calibri"/>
                        <a:buNone/>
                      </a:pPr>
                      <a:r>
                        <a:rPr b="1" i="0" lang="en-GB" sz="9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NA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Calibri"/>
                        <a:buNone/>
                      </a:pPr>
                      <a:r>
                        <a:rPr b="1" i="0" lang="en-GB" sz="9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Grand Total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6F1"/>
                    </a:solidFill>
                  </a:tcPr>
                </a:tc>
              </a:tr>
              <a:tr h="1749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1" i="0" lang="en-GB" sz="800" u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After Sales</a:t>
                      </a:r>
                      <a:endParaRPr sz="1100"/>
                    </a:p>
                  </a:txBody>
                  <a:tcPr marT="7150" marB="34300" marR="7150" marL="7150" anchor="b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1" i="0" lang="en-GB" sz="800" u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1" i="0" lang="en-GB" sz="800" u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28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Roboto"/>
                        <a:buNone/>
                      </a:pPr>
                      <a:r>
                        <a:t/>
                      </a:r>
                      <a:endParaRPr b="1" i="0" sz="800" u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1" i="0" lang="en-GB" sz="800" u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1" i="0" lang="en-GB" sz="800" u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46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6F1"/>
                    </a:solidFill>
                  </a:tcPr>
                </a:tc>
              </a:tr>
              <a:tr h="1749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1" i="0" lang="en-GB" sz="800" u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Airbag error message</a:t>
                      </a:r>
                      <a:endParaRPr sz="1100"/>
                    </a:p>
                  </a:txBody>
                  <a:tcPr marT="7150" marB="34300" marR="7150" marL="7150" anchor="b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Roboto"/>
                        <a:buNone/>
                      </a:pPr>
                      <a:r>
                        <a:t/>
                      </a:r>
                      <a:endParaRPr b="1" i="0" sz="800" u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Roboto"/>
                        <a:buNone/>
                      </a:pPr>
                      <a:r>
                        <a:t/>
                      </a:r>
                      <a:endParaRPr b="1" i="0" sz="800" u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Roboto"/>
                        <a:buNone/>
                      </a:pPr>
                      <a:r>
                        <a:t/>
                      </a:r>
                      <a:endParaRPr b="1" i="0" sz="800" u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1" i="0" lang="en-GB" sz="800" u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1" i="0" lang="en-GB" sz="800" u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6F1"/>
                    </a:solidFill>
                  </a:tcPr>
                </a:tc>
              </a:tr>
              <a:tr h="1749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1" i="0" lang="en-GB" sz="800" u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Airconditioner Faulty</a:t>
                      </a:r>
                      <a:endParaRPr sz="1100"/>
                    </a:p>
                  </a:txBody>
                  <a:tcPr marT="7150" marB="34300" marR="7150" marL="7150" anchor="b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Roboto"/>
                        <a:buNone/>
                      </a:pPr>
                      <a:r>
                        <a:t/>
                      </a:r>
                      <a:endParaRPr b="1" i="0" sz="800" u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1" i="0" lang="en-GB" sz="800" u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Roboto"/>
                        <a:buNone/>
                      </a:pPr>
                      <a:r>
                        <a:t/>
                      </a:r>
                      <a:endParaRPr b="1" i="0" sz="800" u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Roboto"/>
                        <a:buNone/>
                      </a:pPr>
                      <a:r>
                        <a:t/>
                      </a:r>
                      <a:endParaRPr b="1" i="0" sz="800" u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1" i="0" lang="en-GB" sz="800" u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6F1"/>
                    </a:solidFill>
                  </a:tcPr>
                </a:tc>
              </a:tr>
              <a:tr h="1749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1" i="0" lang="en-GB" sz="800" u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Body</a:t>
                      </a:r>
                      <a:endParaRPr sz="1100"/>
                    </a:p>
                  </a:txBody>
                  <a:tcPr marT="7150" marB="34300" marR="7150" marL="7150" anchor="b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Roboto"/>
                        <a:buNone/>
                      </a:pPr>
                      <a:r>
                        <a:t/>
                      </a:r>
                      <a:endParaRPr b="1" i="0" sz="800" u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1" i="0" lang="en-GB" sz="800" u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Roboto"/>
                        <a:buNone/>
                      </a:pPr>
                      <a:r>
                        <a:t/>
                      </a:r>
                      <a:endParaRPr b="1" i="0" sz="800" u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1" i="0" lang="en-GB" sz="800" u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800"/>
                        <a:buFont typeface="Calibri"/>
                        <a:buNone/>
                      </a:pPr>
                      <a:r>
                        <a:rPr b="1" i="0" lang="en-GB" sz="800" u="none" strike="noStrik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6F1"/>
                    </a:solidFill>
                  </a:tcPr>
                </a:tc>
              </a:tr>
              <a:tr h="174975"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0" i="0" lang="en-GB" sz="800" u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Exterior (Tail lamp, door, mudguard, bottom cover, rear wheel)</a:t>
                      </a:r>
                      <a:endParaRPr sz="1100"/>
                    </a:p>
                  </a:txBody>
                  <a:tcPr marT="7150" marB="34300" marR="7150" marL="128600" anchor="b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Roboto"/>
                        <a:buNone/>
                      </a:pPr>
                      <a:r>
                        <a:t/>
                      </a:r>
                      <a:endParaRPr b="0" i="0" sz="800" u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0" i="0" lang="en-GB" sz="800" u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Roboto"/>
                        <a:buNone/>
                      </a:pPr>
                      <a:r>
                        <a:t/>
                      </a:r>
                      <a:endParaRPr b="0" i="0" sz="800" u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0" i="0" lang="en-GB" sz="800" u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0" i="0" lang="en-GB" sz="800" u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4975"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0" i="0" lang="en-GB" sz="800" u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Interior (Seat defect)</a:t>
                      </a:r>
                      <a:endParaRPr sz="1100"/>
                    </a:p>
                  </a:txBody>
                  <a:tcPr marT="7150" marB="34300" marR="7150" marL="128600" anchor="b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Roboto"/>
                        <a:buNone/>
                      </a:pPr>
                      <a:r>
                        <a:t/>
                      </a:r>
                      <a:endParaRPr b="0" i="0" sz="800" u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0" i="0" lang="en-GB" sz="800" u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Roboto"/>
                        <a:buNone/>
                      </a:pPr>
                      <a:r>
                        <a:t/>
                      </a:r>
                      <a:endParaRPr b="0" i="0" sz="800" u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0" i="0" lang="en-GB" sz="800" u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0" i="0" lang="en-GB" sz="800" u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49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1" i="0" lang="en-GB" sz="800" u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Brake / Electronic Parking Brake</a:t>
                      </a:r>
                      <a:endParaRPr sz="1100"/>
                    </a:p>
                  </a:txBody>
                  <a:tcPr marT="7150" marB="34300" marR="7150" marL="7150" anchor="b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1" i="0" lang="en-GB" sz="800" u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1" i="0" lang="en-GB" sz="800" u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Roboto"/>
                        <a:buNone/>
                      </a:pPr>
                      <a:r>
                        <a:t/>
                      </a:r>
                      <a:endParaRPr b="1" i="0" sz="800" u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Roboto"/>
                        <a:buNone/>
                      </a:pPr>
                      <a:r>
                        <a:t/>
                      </a:r>
                      <a:endParaRPr b="1" i="0" sz="800" u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1" i="0" lang="en-GB" sz="800" u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6F1"/>
                    </a:solidFill>
                  </a:tcPr>
                </a:tc>
              </a:tr>
              <a:tr h="174975"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0" i="0" lang="en-GB" sz="800" u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Noise</a:t>
                      </a:r>
                      <a:endParaRPr sz="1100"/>
                    </a:p>
                  </a:txBody>
                  <a:tcPr marT="7150" marB="34300" marR="7150" marL="128600" anchor="b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0" i="0" lang="en-GB" sz="800" u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Roboto"/>
                        <a:buNone/>
                      </a:pPr>
                      <a:r>
                        <a:t/>
                      </a:r>
                      <a:endParaRPr b="0" i="0" sz="800" u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Roboto"/>
                        <a:buNone/>
                      </a:pPr>
                      <a:r>
                        <a:t/>
                      </a:r>
                      <a:endParaRPr b="0" i="0" sz="800" u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Roboto"/>
                        <a:buNone/>
                      </a:pPr>
                      <a:r>
                        <a:t/>
                      </a:r>
                      <a:endParaRPr b="0" i="0" sz="800" u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0" i="0" lang="en-GB" sz="800" u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4975"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0" i="0" lang="en-GB" sz="800" u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Emergency brake warning</a:t>
                      </a:r>
                      <a:endParaRPr sz="1100"/>
                    </a:p>
                  </a:txBody>
                  <a:tcPr marT="7150" marB="34300" marR="7150" marL="128600" anchor="b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Roboto"/>
                        <a:buNone/>
                      </a:pPr>
                      <a:r>
                        <a:t/>
                      </a:r>
                      <a:endParaRPr b="0" i="0" sz="800" u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0" i="0" lang="en-GB" sz="800" u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Roboto"/>
                        <a:buNone/>
                      </a:pPr>
                      <a:r>
                        <a:t/>
                      </a:r>
                      <a:endParaRPr b="0" i="0" sz="800" u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Roboto"/>
                        <a:buNone/>
                      </a:pPr>
                      <a:r>
                        <a:t/>
                      </a:r>
                      <a:endParaRPr b="0" i="0" sz="800" u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0" i="0" lang="en-GB" sz="800" u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49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1" i="0" lang="en-GB" sz="800" u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Electrical</a:t>
                      </a:r>
                      <a:endParaRPr sz="1100"/>
                    </a:p>
                  </a:txBody>
                  <a:tcPr marT="7150" marB="34300" marR="7150" marL="7150" anchor="b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1" i="0" lang="en-GB" sz="800" u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1" i="0" lang="en-GB" sz="800" u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Roboto"/>
                        <a:buNone/>
                      </a:pPr>
                      <a:r>
                        <a:t/>
                      </a:r>
                      <a:endParaRPr b="1" i="0" sz="800" u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Roboto"/>
                        <a:buNone/>
                      </a:pPr>
                      <a:r>
                        <a:t/>
                      </a:r>
                      <a:endParaRPr b="1" i="0" sz="800" u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1" i="0" lang="en-GB" sz="800" u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6F1"/>
                    </a:solidFill>
                  </a:tcPr>
                </a:tc>
              </a:tr>
              <a:tr h="306550"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0" i="0" lang="en-GB" sz="800" u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Improper Function (Audio Output, VR AI voice, Vehicle Alarm, Vehicle Light Signal)</a:t>
                      </a:r>
                      <a:endParaRPr sz="1100"/>
                    </a:p>
                  </a:txBody>
                  <a:tcPr marT="7150" marB="34300" marR="7150" marL="128600" anchor="b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0" i="0" lang="en-GB" sz="800" u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0" i="0" lang="en-GB" sz="800" u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Roboto"/>
                        <a:buNone/>
                      </a:pPr>
                      <a:r>
                        <a:t/>
                      </a:r>
                      <a:endParaRPr b="0" i="0" sz="800" u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Roboto"/>
                        <a:buNone/>
                      </a:pPr>
                      <a:r>
                        <a:t/>
                      </a:r>
                      <a:endParaRPr b="0" i="0" sz="800" u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0" i="0" lang="en-GB" sz="800" u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49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1" i="0" lang="en-GB" sz="800" u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Features</a:t>
                      </a:r>
                      <a:endParaRPr sz="1100"/>
                    </a:p>
                  </a:txBody>
                  <a:tcPr marT="7150" marB="34300" marR="7150" marL="7150" anchor="b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1" i="0" lang="en-GB" sz="800" u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1" i="0" lang="en-GB" sz="800" u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Roboto"/>
                        <a:buNone/>
                      </a:pPr>
                      <a:r>
                        <a:t/>
                      </a:r>
                      <a:endParaRPr b="1" i="0" sz="800" u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1" i="0" lang="en-GB" sz="800" u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800"/>
                        <a:buFont typeface="Calibri"/>
                        <a:buNone/>
                      </a:pPr>
                      <a:r>
                        <a:rPr b="1" i="0" lang="en-GB" sz="800" u="none" strike="noStrik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6F1"/>
                    </a:solidFill>
                  </a:tcPr>
                </a:tc>
              </a:tr>
              <a:tr h="306550"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0" i="0" lang="en-GB" sz="800" u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Improper Function (Tyre pressure warning, Car seat adjuster, Audio and sound system)</a:t>
                      </a:r>
                      <a:endParaRPr sz="1100"/>
                    </a:p>
                  </a:txBody>
                  <a:tcPr marT="7150" marB="34300" marR="7150" marL="128600" anchor="b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0" i="0" lang="en-GB" sz="800" u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0" i="0" lang="en-GB" sz="800" u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Roboto"/>
                        <a:buNone/>
                      </a:pPr>
                      <a:r>
                        <a:t/>
                      </a:r>
                      <a:endParaRPr b="0" i="0" sz="800" u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0" i="0" lang="en-GB" sz="800" u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0" i="0" lang="en-GB" sz="800" u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49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1" i="0" lang="en-GB" sz="800" u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Safety Features</a:t>
                      </a:r>
                      <a:endParaRPr sz="1100"/>
                    </a:p>
                  </a:txBody>
                  <a:tcPr marT="7150" marB="34300" marR="7150" marL="7150" anchor="b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Roboto"/>
                        <a:buNone/>
                      </a:pPr>
                      <a:r>
                        <a:t/>
                      </a:r>
                      <a:endParaRPr b="1" i="0" sz="800" u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1" i="0" lang="en-GB" sz="800" u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Roboto"/>
                        <a:buNone/>
                      </a:pPr>
                      <a:r>
                        <a:t/>
                      </a:r>
                      <a:endParaRPr b="1" i="0" sz="800" u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1" i="0" lang="en-GB" sz="800" u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1" i="0" lang="en-GB" sz="800" u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6F1"/>
                    </a:solidFill>
                  </a:tcPr>
                </a:tc>
              </a:tr>
              <a:tr h="1749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1" i="0" lang="en-GB" sz="800" u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Service Operation</a:t>
                      </a:r>
                      <a:endParaRPr sz="1100"/>
                    </a:p>
                  </a:txBody>
                  <a:tcPr marT="7150" marB="34300" marR="7150" marL="7150" anchor="b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1" i="0" lang="en-GB" sz="800" u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1" i="0" lang="en-GB" sz="800" u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13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Roboto"/>
                        <a:buNone/>
                      </a:pPr>
                      <a:r>
                        <a:t/>
                      </a:r>
                      <a:endParaRPr b="1" i="0" sz="800" u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1" i="0" lang="en-GB" sz="800" u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800"/>
                        <a:buFont typeface="Calibri"/>
                        <a:buNone/>
                      </a:pPr>
                      <a:r>
                        <a:rPr b="1" i="0" lang="en-GB" sz="800" u="none" strike="noStrik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17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6F1"/>
                    </a:solidFill>
                  </a:tcPr>
                </a:tc>
              </a:tr>
              <a:tr h="191550"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0" i="0" lang="en-GB" sz="800" u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Delay Vehicle Repair</a:t>
                      </a:r>
                      <a:endParaRPr sz="1100"/>
                    </a:p>
                  </a:txBody>
                  <a:tcPr marT="7150" marB="34300" marR="7150" marL="128600" anchor="b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0" i="0" lang="en-GB" sz="800" u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0" i="0" lang="en-GB" sz="800" u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Roboto"/>
                        <a:buNone/>
                      </a:pPr>
                      <a:r>
                        <a:t/>
                      </a:r>
                      <a:endParaRPr b="0" i="0" sz="800" u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Roboto"/>
                        <a:buNone/>
                      </a:pPr>
                      <a:r>
                        <a:t/>
                      </a:r>
                      <a:endParaRPr b="0" i="0" sz="800" u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0" i="0" lang="en-GB" sz="800" u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4975"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0" i="0" lang="en-GB" sz="800" u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Service Maintenance</a:t>
                      </a:r>
                      <a:endParaRPr sz="1100"/>
                    </a:p>
                  </a:txBody>
                  <a:tcPr marT="7150" marB="34300" marR="7150" marL="128600" anchor="b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0" i="0" lang="en-GB" sz="800" u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0" i="0" lang="en-GB" sz="800" u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Roboto"/>
                        <a:buNone/>
                      </a:pPr>
                      <a:r>
                        <a:t/>
                      </a:r>
                      <a:endParaRPr b="0" i="0" sz="800" u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Roboto"/>
                        <a:buNone/>
                      </a:pPr>
                      <a:r>
                        <a:t/>
                      </a:r>
                      <a:endParaRPr b="0" i="0" sz="800" u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0" i="0" lang="en-GB" sz="800" u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13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4975"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0" i="0" lang="en-GB" sz="800" u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Service Professionalism</a:t>
                      </a:r>
                      <a:endParaRPr sz="1100"/>
                    </a:p>
                  </a:txBody>
                  <a:tcPr marT="7150" marB="34300" marR="7150" marL="128600" anchor="b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Roboto"/>
                        <a:buNone/>
                      </a:pPr>
                      <a:r>
                        <a:t/>
                      </a:r>
                      <a:endParaRPr b="0" i="0" sz="800" u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0" i="0" lang="en-GB" sz="800" u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Roboto"/>
                        <a:buNone/>
                      </a:pPr>
                      <a:r>
                        <a:t/>
                      </a:r>
                      <a:endParaRPr b="0" i="0" sz="800" u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0" i="0" lang="en-GB" sz="800" u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0" i="0" lang="en-GB" sz="800" u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49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1" i="0" lang="en-GB" sz="800" u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Suspension</a:t>
                      </a:r>
                      <a:endParaRPr sz="1100"/>
                    </a:p>
                  </a:txBody>
                  <a:tcPr marT="7150" marB="34300" marR="7150" marL="7150" anchor="b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1" i="0" lang="en-GB" sz="800" u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Roboto"/>
                        <a:buNone/>
                      </a:pPr>
                      <a:r>
                        <a:t/>
                      </a:r>
                      <a:endParaRPr b="1" i="0" sz="800" u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Roboto"/>
                        <a:buNone/>
                      </a:pPr>
                      <a:r>
                        <a:t/>
                      </a:r>
                      <a:endParaRPr b="1" i="0" sz="800" u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Roboto"/>
                        <a:buNone/>
                      </a:pPr>
                      <a:r>
                        <a:t/>
                      </a:r>
                      <a:endParaRPr b="1" i="0" sz="800" u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1" i="0" lang="en-GB" sz="800" u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6F1"/>
                    </a:solidFill>
                  </a:tcPr>
                </a:tc>
              </a:tr>
              <a:tr h="1749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1" i="0" lang="en-GB" sz="800" u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Warranty – Rejected</a:t>
                      </a:r>
                      <a:endParaRPr sz="1100"/>
                    </a:p>
                  </a:txBody>
                  <a:tcPr marT="7150" marB="34300" marR="7150" marL="7150" anchor="b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1" i="0" lang="en-GB" sz="800" u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Roboto"/>
                        <a:buNone/>
                      </a:pPr>
                      <a:r>
                        <a:t/>
                      </a:r>
                      <a:endParaRPr b="1" i="0" sz="800" u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Roboto"/>
                        <a:buNone/>
                      </a:pPr>
                      <a:r>
                        <a:t/>
                      </a:r>
                      <a:endParaRPr b="1" i="0" sz="800" u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Roboto"/>
                        <a:buNone/>
                      </a:pPr>
                      <a:r>
                        <a:t/>
                      </a:r>
                      <a:endParaRPr b="1" i="0" sz="800" u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1" i="0" lang="en-GB" sz="800" u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6F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59" name="Google Shape;259;p51"/>
          <p:cNvGraphicFramePr/>
          <p:nvPr/>
        </p:nvGraphicFramePr>
        <p:xfrm>
          <a:off x="358111" y="329353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{93C284A9-C047-4CE7-A427-F8BDC51384B7}</a:tableStyleId>
              </a:tblPr>
              <a:tblGrid>
                <a:gridCol w="2473425"/>
                <a:gridCol w="852900"/>
                <a:gridCol w="1094550"/>
                <a:gridCol w="1094550"/>
                <a:gridCol w="1094550"/>
                <a:gridCol w="1094550"/>
              </a:tblGrid>
              <a:tr h="1214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Calibri"/>
                        <a:buNone/>
                      </a:pPr>
                      <a:r>
                        <a:rPr b="1" i="0" lang="en-GB" sz="8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Division / Concern 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Calibri"/>
                        <a:buNone/>
                      </a:pPr>
                      <a:r>
                        <a:rPr b="1" i="0" lang="en-GB" sz="8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e.MAS5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Calibri"/>
                        <a:buNone/>
                      </a:pPr>
                      <a:r>
                        <a:rPr b="1" i="0" lang="en-GB" sz="8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e.MAS7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Calibri"/>
                        <a:buNone/>
                      </a:pPr>
                      <a:r>
                        <a:rPr b="1" i="0" lang="en-GB" sz="8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e.MAS7 PHEV 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Calibri"/>
                        <a:buNone/>
                      </a:pPr>
                      <a:r>
                        <a:rPr b="1" i="0" lang="en-GB" sz="8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NA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Calibri"/>
                        <a:buNone/>
                      </a:pPr>
                      <a:r>
                        <a:rPr b="1" i="0" lang="en-GB" sz="8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Grand Total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6F1"/>
                    </a:solidFill>
                  </a:tcPr>
                </a:tc>
              </a:tr>
              <a:tr h="142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1" i="0" lang="en-GB" sz="800" u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Sales</a:t>
                      </a:r>
                      <a:endParaRPr sz="1100"/>
                    </a:p>
                  </a:txBody>
                  <a:tcPr marT="7150" marB="34300" marR="7150" marL="7150" anchor="b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1" i="0" lang="en-GB" sz="800" u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22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1" i="0" lang="en-GB" sz="800" u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1" i="0" lang="en-GB" sz="800" u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1" i="0" lang="en-GB" sz="800" u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13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1" i="0" lang="en-GB" sz="800" u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51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6F1"/>
                    </a:solidFill>
                  </a:tcPr>
                </a:tc>
              </a:tr>
              <a:tr h="142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1" i="0" lang="en-GB" sz="800" u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Accessories (Tonneau Cover/ Parcel Shelf / 3-Pin Plug)</a:t>
                      </a:r>
                      <a:endParaRPr sz="1100"/>
                    </a:p>
                  </a:txBody>
                  <a:tcPr marT="7150" marB="34300" marR="7150" marL="7150" anchor="b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1" i="0" lang="en-GB" sz="800" u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1" i="0" lang="en-GB" sz="800" u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Roboto"/>
                        <a:buNone/>
                      </a:pPr>
                      <a:r>
                        <a:t/>
                      </a:r>
                      <a:endParaRPr b="1" i="0" sz="800" u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1" i="0" lang="en-GB" sz="800" u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1" i="0" lang="en-GB" sz="800" u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6F1"/>
                    </a:solidFill>
                  </a:tcPr>
                </a:tc>
              </a:tr>
              <a:tr h="142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1" i="0" lang="en-GB" sz="800" u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Customer Experience</a:t>
                      </a:r>
                      <a:endParaRPr sz="1100"/>
                    </a:p>
                  </a:txBody>
                  <a:tcPr marT="7150" marB="34300" marR="7150" marL="7150" anchor="b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1" i="0" lang="en-GB" sz="800" u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Roboto"/>
                        <a:buNone/>
                      </a:pPr>
                      <a:r>
                        <a:t/>
                      </a:r>
                      <a:endParaRPr b="1" i="0" sz="800" u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1" i="0" lang="en-GB" sz="800" u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Roboto"/>
                        <a:buNone/>
                      </a:pPr>
                      <a:r>
                        <a:t/>
                      </a:r>
                      <a:endParaRPr b="1" i="0" sz="800" u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1" i="0" lang="en-GB" sz="800" u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6F1"/>
                    </a:solidFill>
                  </a:tcPr>
                </a:tc>
              </a:tr>
              <a:tr h="142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1" i="0" lang="en-GB" sz="800" u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Delivery</a:t>
                      </a:r>
                      <a:endParaRPr sz="1100"/>
                    </a:p>
                  </a:txBody>
                  <a:tcPr marT="7150" marB="34300" marR="7150" marL="7150" anchor="b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1" i="0" lang="en-GB" sz="800" u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1" i="0" lang="en-GB" sz="800" u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1" i="0" lang="en-GB" sz="800" u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1" i="0" lang="en-GB" sz="800" u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800"/>
                        <a:buFont typeface="Calibri"/>
                        <a:buNone/>
                      </a:pPr>
                      <a:r>
                        <a:rPr b="1" i="0" lang="en-GB" sz="800" u="none" strike="noStrik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26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6F1"/>
                    </a:solidFill>
                  </a:tcPr>
                </a:tc>
              </a:tr>
              <a:tr h="142875"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0" i="0" lang="en-GB" sz="800" u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 Allocation - Delay</a:t>
                      </a:r>
                      <a:endParaRPr sz="1100"/>
                    </a:p>
                  </a:txBody>
                  <a:tcPr marT="7150" marB="34300" marR="7150" marL="128600" anchor="b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0" i="0" lang="en-GB" sz="800" u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Roboto"/>
                        <a:buNone/>
                      </a:pPr>
                      <a:r>
                        <a:t/>
                      </a:r>
                      <a:endParaRPr b="0" i="0" sz="800" u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0" i="0" lang="en-GB" sz="800" u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0" i="0" lang="en-GB" sz="800" u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0" i="0" lang="en-GB" sz="800" u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16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42875"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0" i="0" lang="en-GB" sz="800" u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 Estimated Time Delivery</a:t>
                      </a:r>
                      <a:endParaRPr sz="1100"/>
                    </a:p>
                  </a:txBody>
                  <a:tcPr marT="7150" marB="34300" marR="7150" marL="128600" anchor="b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0" i="0" lang="en-GB" sz="800" u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0" i="0" lang="en-GB" sz="800" u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0" i="0" lang="en-GB" sz="800" u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0" i="0" lang="en-GB" sz="800" u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0" i="0" lang="en-GB" sz="800" u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42875"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0" i="0" lang="en-GB" sz="800" u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Overpromised - ETD</a:t>
                      </a:r>
                      <a:endParaRPr sz="1100"/>
                    </a:p>
                  </a:txBody>
                  <a:tcPr marT="7150" marB="34300" marR="7150" marL="128600" anchor="b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0" i="0" lang="en-GB" sz="800" u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0" i="0" lang="en-GB" sz="800" u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0" i="0" lang="en-GB" sz="800" u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Roboto"/>
                        <a:buNone/>
                      </a:pPr>
                      <a:r>
                        <a:t/>
                      </a:r>
                      <a:endParaRPr b="0" i="0" sz="800" u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0" i="0" lang="en-GB" sz="800" u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42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1" i="0" lang="en-GB" sz="800" u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Promotion (Raya / Corporate Rebate)</a:t>
                      </a:r>
                      <a:endParaRPr sz="1100"/>
                    </a:p>
                  </a:txBody>
                  <a:tcPr marT="7150" marB="34300" marR="7150" marL="7150" anchor="b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1" i="0" lang="en-GB" sz="800" u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Roboto"/>
                        <a:buNone/>
                      </a:pPr>
                      <a:r>
                        <a:t/>
                      </a:r>
                      <a:endParaRPr b="1" i="0" sz="800" u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Roboto"/>
                        <a:buNone/>
                      </a:pPr>
                      <a:r>
                        <a:t/>
                      </a:r>
                      <a:endParaRPr b="1" i="0" sz="800" u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1" i="0" lang="en-GB" sz="800" u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1" i="0" lang="en-GB" sz="800" u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6F1"/>
                    </a:solidFill>
                  </a:tcPr>
                </a:tc>
              </a:tr>
              <a:tr h="197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1" i="0" lang="en-GB" sz="800" u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Refund Delay</a:t>
                      </a:r>
                      <a:endParaRPr sz="1100"/>
                    </a:p>
                  </a:txBody>
                  <a:tcPr marT="7150" marB="34300" marR="7150" marL="7150" anchor="b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1" i="0" lang="en-GB" sz="800" u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1" i="0" lang="en-GB" sz="800" u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1" i="0" lang="en-GB" sz="800" u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1" i="0" lang="en-GB" sz="800" u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800"/>
                        <a:buFont typeface="Calibri"/>
                        <a:buNone/>
                      </a:pPr>
                      <a:r>
                        <a:rPr b="1" i="0" lang="en-GB" sz="800" u="none" strike="noStrik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6F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60" name="Google Shape;260;p51"/>
          <p:cNvGraphicFramePr/>
          <p:nvPr/>
        </p:nvGraphicFramePr>
        <p:xfrm>
          <a:off x="351061" y="7531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{93C284A9-C047-4CE7-A427-F8BDC51384B7}</a:tableStyleId>
              </a:tblPr>
              <a:tblGrid>
                <a:gridCol w="2475675"/>
                <a:gridCol w="853675"/>
                <a:gridCol w="1095550"/>
                <a:gridCol w="1095550"/>
                <a:gridCol w="1095550"/>
                <a:gridCol w="1095550"/>
              </a:tblGrid>
              <a:tr h="1428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Calibri"/>
                        <a:buNone/>
                      </a:pPr>
                      <a:r>
                        <a:rPr b="1" i="0" lang="en-GB" sz="8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Division / Concern 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Calibri"/>
                        <a:buNone/>
                      </a:pPr>
                      <a:r>
                        <a:rPr b="1" i="0" lang="en-GB" sz="8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e.MAS5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Calibri"/>
                        <a:buNone/>
                      </a:pPr>
                      <a:r>
                        <a:rPr b="1" i="0" lang="en-GB" sz="8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e.MAS7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Calibri"/>
                        <a:buNone/>
                      </a:pPr>
                      <a:r>
                        <a:rPr b="1" i="0" lang="en-GB" sz="8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e.MAS7 PHEV 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Calibri"/>
                        <a:buNone/>
                      </a:pPr>
                      <a:r>
                        <a:rPr b="1" i="0" lang="en-GB" sz="8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NA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Calibri"/>
                        <a:buNone/>
                      </a:pPr>
                      <a:r>
                        <a:rPr b="1" i="0" lang="en-GB" sz="8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Grand Total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6F1"/>
                    </a:solidFill>
                  </a:tcPr>
                </a:tc>
              </a:tr>
              <a:tr h="142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1" i="0" lang="en-GB" sz="800" u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Apps</a:t>
                      </a:r>
                      <a:endParaRPr sz="1100"/>
                    </a:p>
                  </a:txBody>
                  <a:tcPr marT="7150" marB="34300" marR="7150" marL="7150" anchor="b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1" i="0" lang="en-GB" sz="800" u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1" i="0" lang="en-GB" sz="800" u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30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1" i="0" lang="en-GB" sz="800" u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1" i="0" lang="en-GB" sz="800" u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1" i="0" lang="en-GB" sz="800" u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56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6F1"/>
                    </a:solidFill>
                  </a:tcPr>
                </a:tc>
              </a:tr>
              <a:tr h="192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1" i="0" lang="en-GB" sz="800" u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Auto Logout</a:t>
                      </a:r>
                      <a:endParaRPr sz="1100"/>
                    </a:p>
                  </a:txBody>
                  <a:tcPr marT="7150" marB="34300" marR="7150" marL="7150" anchor="b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Roboto"/>
                        <a:buNone/>
                      </a:pPr>
                      <a:r>
                        <a:t/>
                      </a:r>
                      <a:endParaRPr b="1" i="0" sz="800" u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Roboto"/>
                        <a:buNone/>
                      </a:pPr>
                      <a:r>
                        <a:t/>
                      </a:r>
                      <a:endParaRPr b="1" i="0" sz="800" u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Roboto"/>
                        <a:buNone/>
                      </a:pPr>
                      <a:r>
                        <a:t/>
                      </a:r>
                      <a:endParaRPr b="1" i="0" sz="800" u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1" i="0" lang="en-GB" sz="800" u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1" i="0" lang="en-GB" sz="800" u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6F1"/>
                    </a:solidFill>
                  </a:tcPr>
                </a:tc>
              </a:tr>
              <a:tr h="142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1" i="0" lang="en-GB" sz="800" u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Binding issue</a:t>
                      </a:r>
                      <a:endParaRPr sz="1100"/>
                    </a:p>
                  </a:txBody>
                  <a:tcPr marT="7150" marB="34300" marR="7150" marL="7150" anchor="b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Roboto"/>
                        <a:buNone/>
                      </a:pPr>
                      <a:r>
                        <a:t/>
                      </a:r>
                      <a:endParaRPr b="1" i="0" sz="800" u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Roboto"/>
                        <a:buNone/>
                      </a:pPr>
                      <a:r>
                        <a:t/>
                      </a:r>
                      <a:endParaRPr b="1" i="0" sz="800" u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Roboto"/>
                        <a:buNone/>
                      </a:pPr>
                      <a:r>
                        <a:t/>
                      </a:r>
                      <a:endParaRPr b="1" i="0" sz="800" u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1" i="0" lang="en-GB" sz="800" u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1" i="0" lang="en-GB" sz="800" u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6F1"/>
                    </a:solidFill>
                  </a:tcPr>
                </a:tc>
              </a:tr>
              <a:tr h="142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1" i="0" lang="en-GB" sz="800" u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 QR Scanner</a:t>
                      </a:r>
                      <a:endParaRPr sz="1100"/>
                    </a:p>
                  </a:txBody>
                  <a:tcPr marT="7150" marB="34300" marR="7150" marL="7150" anchor="b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1" i="0" lang="en-GB" sz="800" u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1" i="0" lang="en-GB" sz="800" u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1" i="0" lang="en-GB" sz="800" u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1" i="0" lang="en-GB" sz="800" u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800"/>
                        <a:buFont typeface="Calibri"/>
                        <a:buNone/>
                      </a:pPr>
                      <a:r>
                        <a:rPr b="1" i="0" lang="en-GB" sz="800" u="none" strike="noStrik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26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6F1"/>
                    </a:solidFill>
                  </a:tcPr>
                </a:tc>
              </a:tr>
              <a:tr h="142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1" i="0" lang="en-GB" sz="800" u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Notification Error</a:t>
                      </a:r>
                      <a:endParaRPr sz="1100"/>
                    </a:p>
                  </a:txBody>
                  <a:tcPr marT="7150" marB="34300" marR="7150" marL="7150" anchor="b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Roboto"/>
                        <a:buNone/>
                      </a:pPr>
                      <a:r>
                        <a:t/>
                      </a:r>
                      <a:endParaRPr b="1" i="0" sz="800" u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1" i="0" lang="en-GB" sz="800" u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1" i="0" lang="en-GB" sz="800" u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Roboto"/>
                        <a:buNone/>
                      </a:pPr>
                      <a:r>
                        <a:t/>
                      </a:r>
                      <a:endParaRPr b="1" i="0" sz="800" u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1" i="0" lang="en-GB" sz="800" u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6F1"/>
                    </a:solidFill>
                  </a:tcPr>
                </a:tc>
              </a:tr>
              <a:tr h="142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1" i="0" lang="en-GB" sz="800" u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Profile</a:t>
                      </a:r>
                      <a:endParaRPr sz="1100"/>
                    </a:p>
                  </a:txBody>
                  <a:tcPr marT="7150" marB="34300" marR="7150" marL="7150" anchor="b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1" i="0" lang="en-GB" sz="800" u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1" i="0" lang="en-GB" sz="800" u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Roboto"/>
                        <a:buNone/>
                      </a:pPr>
                      <a:r>
                        <a:t/>
                      </a:r>
                      <a:endParaRPr b="1" i="0" sz="800" u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Roboto"/>
                        <a:buNone/>
                      </a:pPr>
                      <a:r>
                        <a:t/>
                      </a:r>
                      <a:endParaRPr b="1" i="0" sz="800" u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1" i="0" lang="en-GB" sz="800" u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6F1"/>
                    </a:solidFill>
                  </a:tcPr>
                </a:tc>
              </a:tr>
              <a:tr h="142875"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0" i="0" lang="en-GB" sz="800" u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Unable to Login</a:t>
                      </a:r>
                      <a:endParaRPr sz="1100"/>
                    </a:p>
                  </a:txBody>
                  <a:tcPr marT="7150" marB="34300" marR="7150" marL="128600" anchor="b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0" i="0" lang="en-GB" sz="800" u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Roboto"/>
                        <a:buNone/>
                      </a:pPr>
                      <a:r>
                        <a:t/>
                      </a:r>
                      <a:endParaRPr b="0" i="0" sz="800" u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Roboto"/>
                        <a:buNone/>
                      </a:pPr>
                      <a:r>
                        <a:t/>
                      </a:r>
                      <a:endParaRPr b="0" i="0" sz="800" u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Roboto"/>
                        <a:buNone/>
                      </a:pPr>
                      <a:r>
                        <a:t/>
                      </a:r>
                      <a:endParaRPr b="0" i="0" sz="800" u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0" i="0" lang="en-GB" sz="800" u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42875"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0" i="0" lang="en-GB" sz="800" u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Unable to received OTP</a:t>
                      </a:r>
                      <a:endParaRPr sz="1100"/>
                    </a:p>
                  </a:txBody>
                  <a:tcPr marT="7150" marB="34300" marR="7150" marL="128600" anchor="b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Roboto"/>
                        <a:buNone/>
                      </a:pPr>
                      <a:r>
                        <a:t/>
                      </a:r>
                      <a:endParaRPr b="0" i="0" sz="800" u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0" i="0" lang="en-GB" sz="800" u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Roboto"/>
                        <a:buNone/>
                      </a:pPr>
                      <a:r>
                        <a:t/>
                      </a:r>
                      <a:endParaRPr b="0" i="0" sz="800" u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Roboto"/>
                        <a:buNone/>
                      </a:pPr>
                      <a:r>
                        <a:t/>
                      </a:r>
                      <a:endParaRPr b="0" i="0" sz="800" u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0" i="0" lang="en-GB" sz="800" u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42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1" i="0" lang="en-GB" sz="800" u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Remote Control</a:t>
                      </a:r>
                      <a:endParaRPr sz="1100"/>
                    </a:p>
                  </a:txBody>
                  <a:tcPr marT="7150" marB="34300" marR="7150" marL="7150" anchor="b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Roboto"/>
                        <a:buNone/>
                      </a:pPr>
                      <a:r>
                        <a:t/>
                      </a:r>
                      <a:endParaRPr b="1" i="0" sz="800" u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1" i="0" lang="en-GB" sz="800" u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18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Roboto"/>
                        <a:buNone/>
                      </a:pPr>
                      <a:r>
                        <a:t/>
                      </a:r>
                      <a:endParaRPr b="1" i="0" sz="800" u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Roboto"/>
                        <a:buNone/>
                      </a:pPr>
                      <a:r>
                        <a:t/>
                      </a:r>
                      <a:endParaRPr b="1" i="0" sz="800" u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800"/>
                        <a:buFont typeface="Calibri"/>
                        <a:buNone/>
                      </a:pPr>
                      <a:r>
                        <a:rPr b="1" i="0" lang="en-GB" sz="800" u="none" strike="noStrik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18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6F1"/>
                    </a:solidFill>
                  </a:tcPr>
                </a:tc>
              </a:tr>
              <a:tr h="142875"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0" i="0" lang="en-GB" sz="800" u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Car Location</a:t>
                      </a:r>
                      <a:endParaRPr sz="1100"/>
                    </a:p>
                  </a:txBody>
                  <a:tcPr marT="7150" marB="34300" marR="7150" marL="128600" anchor="b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Roboto"/>
                        <a:buNone/>
                      </a:pPr>
                      <a:r>
                        <a:t/>
                      </a:r>
                      <a:endParaRPr b="0" i="0" sz="800" u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0" i="0" lang="en-GB" sz="800" u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13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Roboto"/>
                        <a:buNone/>
                      </a:pPr>
                      <a:r>
                        <a:t/>
                      </a:r>
                      <a:endParaRPr b="0" i="0" sz="800" u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Roboto"/>
                        <a:buNone/>
                      </a:pPr>
                      <a:r>
                        <a:t/>
                      </a:r>
                      <a:endParaRPr b="0" i="0" sz="800" u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800"/>
                        <a:buFont typeface="Calibri"/>
                        <a:buNone/>
                      </a:pPr>
                      <a:r>
                        <a:rPr b="0" i="0" lang="en-GB" sz="800" u="none" strike="noStrik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13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42875"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0" i="0" lang="en-GB" sz="800" u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Unable to control apps</a:t>
                      </a:r>
                      <a:endParaRPr sz="1100"/>
                    </a:p>
                  </a:txBody>
                  <a:tcPr marT="7150" marB="34300" marR="7150" marL="128600" anchor="b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Roboto"/>
                        <a:buNone/>
                      </a:pPr>
                      <a:r>
                        <a:t/>
                      </a:r>
                      <a:endParaRPr b="0" i="0" sz="800" u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0" i="0" lang="en-GB" sz="800" u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Roboto"/>
                        <a:buNone/>
                      </a:pPr>
                      <a:r>
                        <a:t/>
                      </a:r>
                      <a:endParaRPr b="0" i="0" sz="800" u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Roboto"/>
                        <a:buNone/>
                      </a:pPr>
                      <a:r>
                        <a:t/>
                      </a:r>
                      <a:endParaRPr b="0" i="0" sz="800" u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0" i="0" lang="en-GB" sz="800" u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14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1" i="0" lang="en-GB" sz="800" u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Unable to Update Apps Version</a:t>
                      </a:r>
                      <a:endParaRPr b="1" i="0" sz="800" u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34300" marR="7150" marL="7150" anchor="b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1" i="0" lang="en-GB" sz="800" u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1" i="0" lang="en-GB" sz="800" u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Roboto"/>
                        <a:buNone/>
                      </a:pPr>
                      <a:r>
                        <a:t/>
                      </a:r>
                      <a:endParaRPr b="1" i="0" sz="800" u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Roboto"/>
                        <a:buNone/>
                      </a:pPr>
                      <a:r>
                        <a:t/>
                      </a:r>
                      <a:endParaRPr b="1" i="0" sz="800" u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1" i="0" lang="en-GB" sz="800" u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6F1"/>
                    </a:solidFill>
                  </a:tcPr>
                </a:tc>
              </a:tr>
              <a:tr h="1214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1" i="0" lang="en-GB" sz="800" u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Vehicle Order Not </a:t>
                      </a:r>
                      <a:r>
                        <a:rPr b="1" i="0" lang="en-GB" sz="8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Synchronized</a:t>
                      </a:r>
                      <a:endParaRPr b="1" i="0" sz="800" u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34300" marR="7150" marL="7150" anchor="b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Roboto"/>
                        <a:buNone/>
                      </a:pPr>
                      <a:r>
                        <a:t/>
                      </a:r>
                      <a:endParaRPr b="1" i="0" sz="800" u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1" i="0" lang="en-GB" sz="800" u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Roboto"/>
                        <a:buNone/>
                      </a:pPr>
                      <a:r>
                        <a:t/>
                      </a:r>
                      <a:endParaRPr b="1" i="0" sz="800" u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1" i="0" lang="en-GB" sz="800" u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1" i="0" lang="en-GB" sz="800" u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6F1"/>
                    </a:solidFill>
                  </a:tcPr>
                </a:tc>
              </a:tr>
            </a:tbl>
          </a:graphicData>
        </a:graphic>
      </p:graphicFrame>
      <p:sp>
        <p:nvSpPr>
          <p:cNvPr id="261" name="Google Shape;261;p51"/>
          <p:cNvSpPr txBox="1"/>
          <p:nvPr/>
        </p:nvSpPr>
        <p:spPr>
          <a:xfrm>
            <a:off x="221757" y="349218"/>
            <a:ext cx="5430881" cy="62321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GB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Complaint / Analysis &amp; Key Highlights W31 : 17 July – </a:t>
            </a:r>
            <a:r>
              <a:rPr b="1" lang="en-GB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23</a:t>
            </a:r>
            <a:r>
              <a:rPr b="1" i="0" lang="en-GB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July 2026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6" name="Google Shape;266;p52"/>
          <p:cNvGraphicFramePr/>
          <p:nvPr/>
        </p:nvGraphicFramePr>
        <p:xfrm>
          <a:off x="455783" y="312262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{93C284A9-C047-4CE7-A427-F8BDC51384B7}</a:tableStyleId>
              </a:tblPr>
              <a:tblGrid>
                <a:gridCol w="2504975"/>
                <a:gridCol w="863775"/>
                <a:gridCol w="1108500"/>
                <a:gridCol w="1108500"/>
                <a:gridCol w="1108500"/>
                <a:gridCol w="1108500"/>
              </a:tblGrid>
              <a:tr h="1214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Calibri"/>
                        <a:buNone/>
                      </a:pPr>
                      <a:r>
                        <a:rPr b="1" i="0" lang="en-GB" sz="8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Division / Concern 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Calibri"/>
                        <a:buNone/>
                      </a:pPr>
                      <a:r>
                        <a:rPr b="1" i="0" lang="en-GB" sz="8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e.MAS5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Calibri"/>
                        <a:buNone/>
                      </a:pPr>
                      <a:r>
                        <a:rPr b="1" i="0" lang="en-GB" sz="8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e.MAS7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Calibri"/>
                        <a:buNone/>
                      </a:pPr>
                      <a:r>
                        <a:rPr b="1" i="0" lang="en-GB" sz="8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e.MAS7 PHEV 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Calibri"/>
                        <a:buNone/>
                      </a:pPr>
                      <a:r>
                        <a:rPr b="1" i="0" lang="en-GB" sz="8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NA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Calibri"/>
                        <a:buNone/>
                      </a:pPr>
                      <a:r>
                        <a:rPr b="1" i="0" lang="en-GB" sz="8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Grand Total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6F1"/>
                    </a:solidFill>
                  </a:tcPr>
                </a:tc>
              </a:tr>
              <a:tr h="1214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1" i="0" lang="en-GB" sz="800" u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Charging</a:t>
                      </a:r>
                      <a:endParaRPr sz="1100"/>
                    </a:p>
                  </a:txBody>
                  <a:tcPr marT="7150" marB="34300" marR="7150" marL="7150" anchor="b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1" i="0" lang="en-GB" sz="800" u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17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1" i="0" lang="en-GB" sz="800" u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Roboto"/>
                        <a:buNone/>
                      </a:pPr>
                      <a:r>
                        <a:t/>
                      </a:r>
                      <a:endParaRPr b="1" i="0" sz="800" u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1" i="0" lang="en-GB" sz="800" u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1" i="0" lang="en-GB" sz="800" u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36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6F1"/>
                    </a:solidFill>
                  </a:tcPr>
                </a:tc>
              </a:tr>
              <a:tr h="1214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1" i="0" lang="en-GB" sz="800" u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Home Charging</a:t>
                      </a:r>
                      <a:endParaRPr sz="1100"/>
                    </a:p>
                  </a:txBody>
                  <a:tcPr marT="7150" marB="34300" marR="7150" marL="7150" anchor="b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1" i="0" lang="en-GB" sz="800" u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1" i="0" lang="en-GB" sz="800" u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Roboto"/>
                        <a:buNone/>
                      </a:pPr>
                      <a:r>
                        <a:t/>
                      </a:r>
                      <a:endParaRPr b="1" i="0" sz="800" u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1" i="0" lang="en-GB" sz="800" u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1" i="0" lang="en-GB" sz="800" u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27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6F1"/>
                    </a:solidFill>
                  </a:tcPr>
                </a:tc>
              </a:tr>
              <a:tr h="121425"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0" i="0" lang="en-GB" sz="800" u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Assessment</a:t>
                      </a:r>
                      <a:endParaRPr sz="1100"/>
                    </a:p>
                  </a:txBody>
                  <a:tcPr marT="7150" marB="34300" marR="7150" marL="128600" anchor="b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0" i="0" lang="en-GB" sz="800" u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0" i="0" lang="en-GB" sz="800" u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Roboto"/>
                        <a:buNone/>
                      </a:pPr>
                      <a:r>
                        <a:t/>
                      </a:r>
                      <a:endParaRPr b="0" i="0" sz="800" u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0" i="0" lang="en-GB" sz="800" u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800"/>
                        <a:buFont typeface="Calibri"/>
                        <a:buNone/>
                      </a:pPr>
                      <a:r>
                        <a:rPr b="0" i="0" lang="en-GB" sz="800" u="none" strike="noStrik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1425"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0" i="0" lang="en-GB" sz="800" u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Charger Malfunction</a:t>
                      </a:r>
                      <a:endParaRPr sz="1100"/>
                    </a:p>
                  </a:txBody>
                  <a:tcPr marT="7150" marB="34300" marR="7150" marL="128600" anchor="b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0" i="0" lang="en-GB" sz="800" u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0" i="0" lang="en-GB" sz="800" u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Roboto"/>
                        <a:buNone/>
                      </a:pPr>
                      <a:r>
                        <a:t/>
                      </a:r>
                      <a:endParaRPr b="0" i="0" sz="800" u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0" i="0" lang="en-GB" sz="800" u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0" i="0" lang="en-GB" sz="800" u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1425"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0" i="0" lang="en-GB" sz="800" u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Installation</a:t>
                      </a:r>
                      <a:endParaRPr sz="1100"/>
                    </a:p>
                  </a:txBody>
                  <a:tcPr marT="7150" marB="34300" marR="7150" marL="128600" anchor="b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0" i="0" lang="en-GB" sz="800" u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0" i="0" lang="en-GB" sz="800" u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Roboto"/>
                        <a:buNone/>
                      </a:pPr>
                      <a:r>
                        <a:t/>
                      </a:r>
                      <a:endParaRPr b="0" i="0" sz="800" u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Roboto"/>
                        <a:buNone/>
                      </a:pPr>
                      <a:r>
                        <a:t/>
                      </a:r>
                      <a:endParaRPr b="0" i="0" sz="800" u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0" i="0" lang="en-GB" sz="800" u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1425"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0" i="0" lang="en-GB" sz="800" u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Red Blink</a:t>
                      </a:r>
                      <a:endParaRPr sz="1100"/>
                    </a:p>
                  </a:txBody>
                  <a:tcPr marT="7150" marB="34300" marR="7150" marL="128600" anchor="b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Roboto"/>
                        <a:buNone/>
                      </a:pPr>
                      <a:r>
                        <a:t/>
                      </a:r>
                      <a:endParaRPr b="0" i="0" sz="800" u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Roboto"/>
                        <a:buNone/>
                      </a:pPr>
                      <a:r>
                        <a:t/>
                      </a:r>
                      <a:endParaRPr b="0" i="0" sz="800" u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Roboto"/>
                        <a:buNone/>
                      </a:pPr>
                      <a:r>
                        <a:t/>
                      </a:r>
                      <a:endParaRPr b="0" i="0" sz="800" u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0" i="0" lang="en-GB" sz="800" u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0" i="0" lang="en-GB" sz="800" u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14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1" i="0" lang="en-GB" sz="800" u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Public Charging</a:t>
                      </a:r>
                      <a:endParaRPr sz="1100"/>
                    </a:p>
                  </a:txBody>
                  <a:tcPr marT="7150" marB="34300" marR="7150" marL="7150" anchor="b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1" i="0" lang="en-GB" sz="800" u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1" i="0" lang="en-GB" sz="800" u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Roboto"/>
                        <a:buNone/>
                      </a:pPr>
                      <a:r>
                        <a:t/>
                      </a:r>
                      <a:endParaRPr b="1" i="0" sz="800" u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1" i="0" lang="en-GB" sz="800" u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1" i="0" lang="en-GB" sz="800" u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6F1"/>
                    </a:solidFill>
                  </a:tcPr>
                </a:tc>
              </a:tr>
              <a:tr h="121425"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0" i="0" lang="en-GB" sz="800" u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Billing</a:t>
                      </a:r>
                      <a:endParaRPr sz="1100"/>
                    </a:p>
                  </a:txBody>
                  <a:tcPr marT="7150" marB="34300" marR="7150" marL="128600" anchor="b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0" i="0" lang="en-GB" sz="800" u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0" i="0" lang="en-GB" sz="800" u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Roboto"/>
                        <a:buNone/>
                      </a:pPr>
                      <a:r>
                        <a:t/>
                      </a:r>
                      <a:endParaRPr b="0" i="0" sz="800" u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0" i="0" lang="en-GB" sz="800" u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800"/>
                        <a:buFont typeface="Calibri"/>
                        <a:buNone/>
                      </a:pPr>
                      <a:r>
                        <a:rPr b="0" i="0" lang="en-GB" sz="800" u="none" strike="noStrik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1425"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0" i="0" lang="en-GB" sz="800" u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Pre-Authorization</a:t>
                      </a:r>
                      <a:endParaRPr sz="1100"/>
                    </a:p>
                  </a:txBody>
                  <a:tcPr marT="7150" marB="34300" marR="7150" marL="128600" anchor="b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0" i="0" lang="en-GB" sz="800" u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0" i="0" lang="en-GB" sz="800" u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Roboto"/>
                        <a:buNone/>
                      </a:pPr>
                      <a:r>
                        <a:t/>
                      </a:r>
                      <a:endParaRPr b="0" i="0" sz="800" u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Roboto"/>
                        <a:buNone/>
                      </a:pPr>
                      <a:r>
                        <a:t/>
                      </a:r>
                      <a:endParaRPr b="0" i="0" sz="800" u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0" i="0" lang="en-GB" sz="800" u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67" name="Google Shape;267;p52"/>
          <p:cNvGraphicFramePr/>
          <p:nvPr/>
        </p:nvGraphicFramePr>
        <p:xfrm>
          <a:off x="455776" y="97929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{93C284A9-C047-4CE7-A427-F8BDC51384B7}</a:tableStyleId>
              </a:tblPr>
              <a:tblGrid>
                <a:gridCol w="2504975"/>
                <a:gridCol w="863775"/>
                <a:gridCol w="1108500"/>
                <a:gridCol w="1108500"/>
                <a:gridCol w="1108500"/>
                <a:gridCol w="1108500"/>
              </a:tblGrid>
              <a:tr h="1214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Calibri"/>
                        <a:buNone/>
                      </a:pPr>
                      <a:r>
                        <a:rPr b="1" i="0" lang="en-GB" sz="8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Division / Concern 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Calibri"/>
                        <a:buNone/>
                      </a:pPr>
                      <a:r>
                        <a:rPr b="1" i="0" lang="en-GB" sz="8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e.MAS5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Calibri"/>
                        <a:buNone/>
                      </a:pPr>
                      <a:r>
                        <a:rPr b="1" i="0" lang="en-GB" sz="8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e.MAS7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Calibri"/>
                        <a:buNone/>
                      </a:pPr>
                      <a:r>
                        <a:rPr b="1" i="0" lang="en-GB" sz="8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e.MAS7 PHEV 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Calibri"/>
                        <a:buNone/>
                      </a:pPr>
                      <a:r>
                        <a:rPr b="1" i="0" lang="en-GB" sz="8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NA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Calibri"/>
                        <a:buNone/>
                      </a:pPr>
                      <a:r>
                        <a:rPr b="1" i="0" lang="en-GB" sz="8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Grand Total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6F1"/>
                    </a:solidFill>
                  </a:tcPr>
                </a:tc>
              </a:tr>
              <a:tr h="1214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1" i="0" lang="en-GB" sz="800" u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Product</a:t>
                      </a:r>
                      <a:endParaRPr sz="1100"/>
                    </a:p>
                  </a:txBody>
                  <a:tcPr marT="7150" marB="34300" marR="7150" marL="7150" anchor="b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1" i="0" lang="en-GB" sz="800" u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1" i="0" lang="en-GB" sz="800" u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27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Roboto"/>
                        <a:buNone/>
                      </a:pPr>
                      <a:r>
                        <a:t/>
                      </a:r>
                      <a:endParaRPr b="1" i="0" sz="800" u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1" i="0" lang="en-GB" sz="800" u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1" i="0" lang="en-GB" sz="800" u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36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6F1"/>
                    </a:solidFill>
                  </a:tcPr>
                </a:tc>
              </a:tr>
              <a:tr h="121425"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0" i="0" lang="en-GB" sz="800" u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Infotainment</a:t>
                      </a:r>
                      <a:endParaRPr sz="1100"/>
                    </a:p>
                  </a:txBody>
                  <a:tcPr marT="7150" marB="34300" marR="7150" marL="128600" anchor="b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0" i="0" lang="en-GB" sz="800" u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0" i="0" lang="en-GB" sz="800" u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Roboto"/>
                        <a:buNone/>
                      </a:pPr>
                      <a:r>
                        <a:t/>
                      </a:r>
                      <a:endParaRPr b="0" i="0" sz="800" u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0" i="0" lang="en-GB" sz="800" u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1" i="0" lang="en-GB" sz="800" u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16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6F1"/>
                    </a:solidFill>
                  </a:tcPr>
                </a:tc>
              </a:tr>
              <a:tr h="121425"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0" i="0" lang="en-GB" sz="800" u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3rd party Apps Update</a:t>
                      </a:r>
                      <a:endParaRPr sz="1100"/>
                    </a:p>
                  </a:txBody>
                  <a:tcPr marT="7150" marB="34300" marR="7150" marL="128600" anchor="b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Roboto"/>
                        <a:buNone/>
                      </a:pPr>
                      <a:r>
                        <a:t/>
                      </a:r>
                      <a:endParaRPr b="0" i="0" sz="800" u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0" i="0" lang="en-GB" sz="800" u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Roboto"/>
                        <a:buNone/>
                      </a:pPr>
                      <a:r>
                        <a:t/>
                      </a:r>
                      <a:endParaRPr b="0" i="0" sz="800" u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Roboto"/>
                        <a:buNone/>
                      </a:pPr>
                      <a:r>
                        <a:t/>
                      </a:r>
                      <a:endParaRPr b="0" i="0" sz="800" u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0" i="0" lang="en-GB" sz="800" u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1425"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0" i="0" lang="en-GB" sz="800" u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Malfunction</a:t>
                      </a:r>
                      <a:endParaRPr sz="1100"/>
                    </a:p>
                  </a:txBody>
                  <a:tcPr marT="7150" marB="34300" marR="7150" marL="128600" anchor="b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0" i="0" lang="en-GB" sz="800" u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0" i="0" lang="en-GB" sz="800" u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Roboto"/>
                        <a:buNone/>
                      </a:pPr>
                      <a:r>
                        <a:t/>
                      </a:r>
                      <a:endParaRPr b="0" i="0" sz="800" u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Roboto"/>
                        <a:buNone/>
                      </a:pPr>
                      <a:r>
                        <a:t/>
                      </a:r>
                      <a:endParaRPr b="0" i="0" sz="800" u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0" i="0" lang="en-GB" sz="800" u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1425"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0" i="0" lang="en-GB" sz="800" u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Internet Connectivity</a:t>
                      </a:r>
                      <a:endParaRPr sz="1100"/>
                    </a:p>
                  </a:txBody>
                  <a:tcPr marT="7150" marB="34300" marR="7150" marL="128600" anchor="b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0" i="0" lang="en-GB" sz="800" u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0" i="0" lang="en-GB" sz="800" u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Roboto"/>
                        <a:buNone/>
                      </a:pPr>
                      <a:r>
                        <a:t/>
                      </a:r>
                      <a:endParaRPr b="0" i="0" sz="800" u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Roboto"/>
                        <a:buNone/>
                      </a:pPr>
                      <a:r>
                        <a:t/>
                      </a:r>
                      <a:endParaRPr b="0" i="0" sz="800" u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800"/>
                        <a:buFont typeface="Calibri"/>
                        <a:buNone/>
                      </a:pPr>
                      <a:r>
                        <a:rPr b="0" i="0" lang="en-GB" sz="800" u="none" strike="noStrik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1425"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0" i="0" lang="en-GB" sz="800" u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OTA</a:t>
                      </a:r>
                      <a:endParaRPr sz="1100"/>
                    </a:p>
                  </a:txBody>
                  <a:tcPr marT="7150" marB="34300" marR="7150" marL="128600" anchor="b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0" i="0" lang="en-GB" sz="800" u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0" i="0" lang="en-GB" sz="800" u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Roboto"/>
                        <a:buNone/>
                      </a:pPr>
                      <a:r>
                        <a:t/>
                      </a:r>
                      <a:endParaRPr b="0" i="0" sz="800" u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0" i="0" lang="en-GB" sz="800" u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0" i="0" lang="en-GB" sz="800" u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14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1" i="0" lang="en-GB" sz="800" u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Telematics</a:t>
                      </a:r>
                      <a:endParaRPr sz="1100"/>
                    </a:p>
                  </a:txBody>
                  <a:tcPr marT="7150" marB="34300" marR="7150" marL="7150" anchor="b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1" i="0" lang="en-GB" sz="800" u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1" i="0" lang="en-GB" sz="800" u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17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Roboto"/>
                        <a:buNone/>
                      </a:pPr>
                      <a:r>
                        <a:t/>
                      </a:r>
                      <a:endParaRPr b="1" i="0" sz="800" u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1" i="0" lang="en-GB" sz="800" u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1" i="0" lang="en-GB" sz="800" u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6F1"/>
                    </a:solidFill>
                  </a:tcPr>
                </a:tc>
              </a:tr>
              <a:tr h="121425"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0" i="0" lang="en-GB" sz="800" u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Auto Logout</a:t>
                      </a:r>
                      <a:endParaRPr sz="1100"/>
                    </a:p>
                  </a:txBody>
                  <a:tcPr marT="7150" marB="34300" marR="7150" marL="128600" anchor="b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Roboto"/>
                        <a:buNone/>
                      </a:pPr>
                      <a:r>
                        <a:t/>
                      </a:r>
                      <a:endParaRPr b="0" i="0" sz="800" u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0" i="0" lang="en-GB" sz="800" u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Roboto"/>
                        <a:buNone/>
                      </a:pPr>
                      <a:r>
                        <a:t/>
                      </a:r>
                      <a:endParaRPr b="0" i="0" sz="800" u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0" i="0" lang="en-GB" sz="800" u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0" i="0" lang="en-GB" sz="800" u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7850"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0" i="0" lang="en-GB" sz="800" u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Vehicle not Sync with Apps</a:t>
                      </a:r>
                      <a:endParaRPr sz="1100"/>
                    </a:p>
                  </a:txBody>
                  <a:tcPr marT="7150" marB="34300" marR="7150" marL="128600" anchor="b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0" i="0" lang="en-GB" sz="800" u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0" i="0" lang="en-GB" sz="800" u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16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Roboto"/>
                        <a:buNone/>
                      </a:pPr>
                      <a:r>
                        <a:t/>
                      </a:r>
                      <a:endParaRPr b="0" i="0" sz="800" u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0" i="0" lang="en-GB" sz="800" u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800"/>
                        <a:buFont typeface="Calibri"/>
                        <a:buNone/>
                      </a:pPr>
                      <a:r>
                        <a:rPr b="0" i="0" lang="en-GB" sz="800" u="none" strike="noStrik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18</a:t>
                      </a:r>
                      <a:endParaRPr sz="1100"/>
                    </a:p>
                  </a:txBody>
                  <a:tcPr marT="7150" marB="34300" marR="7150" marL="7150" anchor="ctr">
                    <a:lnL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B0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68" name="Google Shape;268;p52"/>
          <p:cNvSpPr txBox="1"/>
          <p:nvPr/>
        </p:nvSpPr>
        <p:spPr>
          <a:xfrm>
            <a:off x="221757" y="349218"/>
            <a:ext cx="5430881" cy="62321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GB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Complaint / Analysis &amp; Key Highlights W31 : 17 July – </a:t>
            </a:r>
            <a:r>
              <a:rPr b="1" lang="en-GB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23</a:t>
            </a:r>
            <a:r>
              <a:rPr b="1" i="0" lang="en-GB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July 2026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53"/>
          <p:cNvSpPr txBox="1"/>
          <p:nvPr/>
        </p:nvSpPr>
        <p:spPr>
          <a:xfrm>
            <a:off x="266584" y="341466"/>
            <a:ext cx="6925386" cy="27696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50" spcFirstLastPara="1" rIns="68550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GB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Customer Complaint (17 July – 23 July 2026</a:t>
            </a:r>
            <a:r>
              <a:rPr b="1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 - </a:t>
            </a:r>
            <a:r>
              <a:rPr b="1" i="0" lang="en-GB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Summary</a:t>
            </a:r>
            <a:endParaRPr b="1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53"/>
          <p:cNvSpPr txBox="1"/>
          <p:nvPr/>
        </p:nvSpPr>
        <p:spPr>
          <a:xfrm>
            <a:off x="265096" y="879483"/>
            <a:ext cx="424352" cy="346247"/>
          </a:xfrm>
          <a:prstGeom prst="rect">
            <a:avLst/>
          </a:prstGeom>
          <a:solidFill>
            <a:srgbClr val="ACD7CA"/>
          </a:solidFill>
          <a:ln>
            <a:noFill/>
          </a:ln>
        </p:spPr>
        <p:txBody>
          <a:bodyPr anchorCtr="1" anchor="ctr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100"/>
          </a:p>
        </p:txBody>
      </p:sp>
      <p:sp>
        <p:nvSpPr>
          <p:cNvPr id="275" name="Google Shape;275;p53"/>
          <p:cNvSpPr txBox="1"/>
          <p:nvPr/>
        </p:nvSpPr>
        <p:spPr>
          <a:xfrm>
            <a:off x="691272" y="877275"/>
            <a:ext cx="5708283" cy="323162"/>
          </a:xfrm>
          <a:prstGeom prst="rect">
            <a:avLst/>
          </a:prstGeom>
          <a:solidFill>
            <a:srgbClr val="F2F2F2"/>
          </a:solidFill>
          <a:ln cap="flat" cmpd="sng" w="25400">
            <a:solidFill>
              <a:srgbClr val="EBF1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215900" lvl="0" marL="215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•"/>
            </a:pPr>
            <a:r>
              <a:rPr b="0" i="0" lang="en-GB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Resolution Leadtime shows still below the 4 working days. </a:t>
            </a:r>
            <a:endParaRPr sz="1100"/>
          </a:p>
          <a:p>
            <a:pPr indent="-215900" lvl="0" marL="215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•"/>
            </a:pPr>
            <a:r>
              <a:rPr b="1" i="0" lang="en-GB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Current Average Resolution Leadtime: 2.05 Working Days</a:t>
            </a:r>
            <a:endParaRPr sz="1100"/>
          </a:p>
        </p:txBody>
      </p:sp>
      <p:sp>
        <p:nvSpPr>
          <p:cNvPr id="276" name="Google Shape;276;p53"/>
          <p:cNvSpPr txBox="1"/>
          <p:nvPr/>
        </p:nvSpPr>
        <p:spPr>
          <a:xfrm>
            <a:off x="6400674" y="1900715"/>
            <a:ext cx="2622629" cy="121187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GB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4th week of July' 26 Resolution Leadtime (Days)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Roboto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GB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Sales   : 2.1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GB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After Sales  : 1.4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GB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Product  : 2.0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GB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Charging  : 1.7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GB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Apps   : 1.7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Roboto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1" lang="en-GB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Total Average Days: 1.8</a:t>
            </a:r>
            <a:endParaRPr sz="1100"/>
          </a:p>
        </p:txBody>
      </p:sp>
      <p:pic>
        <p:nvPicPr>
          <p:cNvPr id="277" name="Google Shape;277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5506" y="1478584"/>
            <a:ext cx="6036995" cy="3323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54"/>
          <p:cNvSpPr txBox="1"/>
          <p:nvPr/>
        </p:nvSpPr>
        <p:spPr>
          <a:xfrm>
            <a:off x="706730" y="433117"/>
            <a:ext cx="4617182" cy="25391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GB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Customer Complaint: Total Outstanding Cases By Aging</a:t>
            </a:r>
            <a:endParaRPr sz="1100"/>
          </a:p>
        </p:txBody>
      </p:sp>
      <p:sp>
        <p:nvSpPr>
          <p:cNvPr id="283" name="Google Shape;283;p54"/>
          <p:cNvSpPr txBox="1"/>
          <p:nvPr/>
        </p:nvSpPr>
        <p:spPr>
          <a:xfrm>
            <a:off x="286204" y="764563"/>
            <a:ext cx="5752661" cy="39241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222250" lvl="0" marL="215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•"/>
            </a:pPr>
            <a:r>
              <a:rPr b="1" i="0" lang="en-GB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Total Outstanding : 9 Cases</a:t>
            </a:r>
            <a:endParaRPr sz="1100"/>
          </a:p>
          <a:p>
            <a:pPr indent="-222250" lvl="0" marL="215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•"/>
            </a:pPr>
            <a:r>
              <a:rPr b="1" i="0" lang="en-GB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 cases below 1-3 days,  3 cases below 4-6 days, 2 cases 7 days and above</a:t>
            </a:r>
            <a:endParaRPr sz="1100"/>
          </a:p>
        </p:txBody>
      </p:sp>
      <p:sp>
        <p:nvSpPr>
          <p:cNvPr id="284" name="Google Shape;284;p54"/>
          <p:cNvSpPr txBox="1"/>
          <p:nvPr/>
        </p:nvSpPr>
        <p:spPr>
          <a:xfrm>
            <a:off x="6956717" y="1310272"/>
            <a:ext cx="1128957" cy="230833"/>
          </a:xfrm>
          <a:prstGeom prst="rect">
            <a:avLst/>
          </a:prstGeom>
          <a:noFill/>
          <a:ln>
            <a:noFill/>
          </a:ln>
        </p:spPr>
        <p:txBody>
          <a:bodyPr anchorCtr="1" anchor="ctr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GB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Division</a:t>
            </a:r>
            <a:endParaRPr sz="1100"/>
          </a:p>
        </p:txBody>
      </p:sp>
      <p:sp>
        <p:nvSpPr>
          <p:cNvPr id="285" name="Google Shape;285;p54"/>
          <p:cNvSpPr txBox="1"/>
          <p:nvPr/>
        </p:nvSpPr>
        <p:spPr>
          <a:xfrm>
            <a:off x="737052" y="3483466"/>
            <a:ext cx="1725325" cy="1107999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GB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After Sales</a:t>
            </a:r>
            <a:r>
              <a:rPr b="0" i="0" lang="en-GB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r>
              <a:rPr b="1" i="0" lang="en-GB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(1)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2700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•"/>
            </a:pPr>
            <a:r>
              <a:rPr b="0" i="0" lang="en-GB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Service Operation (1)</a:t>
            </a:r>
            <a:endParaRPr sz="1100"/>
          </a:p>
          <a:p>
            <a:pPr indent="-7620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GB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Charging (1)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2700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•"/>
            </a:pPr>
            <a:r>
              <a:rPr b="0" i="0" lang="en-GB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Home Charging (1)</a:t>
            </a:r>
            <a:endParaRPr sz="1100"/>
          </a:p>
          <a:p>
            <a:pPr indent="-7620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GB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Apps (2)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2700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•"/>
            </a:pPr>
            <a:r>
              <a:rPr b="0" i="0" lang="en-GB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Profile (1)</a:t>
            </a:r>
            <a:endParaRPr sz="1100"/>
          </a:p>
          <a:p>
            <a:pPr indent="-12700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•"/>
            </a:pPr>
            <a:r>
              <a:rPr b="0" i="0" lang="en-GB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Notification (1)</a:t>
            </a:r>
            <a:endParaRPr sz="1100"/>
          </a:p>
        </p:txBody>
      </p:sp>
      <p:sp>
        <p:nvSpPr>
          <p:cNvPr id="286" name="Google Shape;286;p54"/>
          <p:cNvSpPr txBox="1"/>
          <p:nvPr/>
        </p:nvSpPr>
        <p:spPr>
          <a:xfrm>
            <a:off x="288619" y="341686"/>
            <a:ext cx="418906" cy="346247"/>
          </a:xfrm>
          <a:prstGeom prst="rect">
            <a:avLst/>
          </a:prstGeom>
          <a:solidFill>
            <a:srgbClr val="ACD7CA"/>
          </a:solidFill>
          <a:ln>
            <a:noFill/>
          </a:ln>
        </p:spPr>
        <p:txBody>
          <a:bodyPr anchorCtr="1" anchor="ctr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1100"/>
          </a:p>
        </p:txBody>
      </p:sp>
      <p:sp>
        <p:nvSpPr>
          <p:cNvPr id="287" name="Google Shape;287;p54"/>
          <p:cNvSpPr txBox="1"/>
          <p:nvPr/>
        </p:nvSpPr>
        <p:spPr>
          <a:xfrm>
            <a:off x="2465768" y="3483466"/>
            <a:ext cx="1725325" cy="1107996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GB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Sales (1)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2700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•"/>
            </a:pPr>
            <a:r>
              <a:rPr b="0" i="0" lang="en-GB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Refund (1)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7620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GB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After Sales (1)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2700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•"/>
            </a:pPr>
            <a:r>
              <a:rPr b="0" i="0" lang="en-GB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Body (1)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Roboto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GB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Charging (1)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2700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•"/>
            </a:pPr>
            <a:r>
              <a:rPr b="0" i="0" lang="en-GB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Home Charging (1)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54"/>
          <p:cNvSpPr txBox="1"/>
          <p:nvPr/>
        </p:nvSpPr>
        <p:spPr>
          <a:xfrm>
            <a:off x="4191092" y="3483466"/>
            <a:ext cx="1725325" cy="1154162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GB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Sales (1)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2700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•"/>
            </a:pPr>
            <a:r>
              <a:rPr b="0" i="0" lang="en-GB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Customer Experience (1)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Roboto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GB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Charging (1)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2700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•"/>
            </a:pPr>
            <a:r>
              <a:rPr b="0" i="0" lang="en-GB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Home Charging (1)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9" name="Google Shape;289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7677" y="1226684"/>
            <a:ext cx="5500715" cy="2187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5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38866" y="1541105"/>
            <a:ext cx="2964658" cy="1800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95" name="Google Shape;295;p55"/>
          <p:cNvGraphicFramePr/>
          <p:nvPr/>
        </p:nvGraphicFramePr>
        <p:xfrm>
          <a:off x="412597" y="158287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{93C284A9-C047-4CE7-A427-F8BDC51384B7}</a:tableStyleId>
              </a:tblPr>
              <a:tblGrid>
                <a:gridCol w="318525"/>
                <a:gridCol w="827875"/>
                <a:gridCol w="940600"/>
                <a:gridCol w="570000"/>
                <a:gridCol w="681825"/>
                <a:gridCol w="1779625"/>
                <a:gridCol w="540375"/>
                <a:gridCol w="1076325"/>
                <a:gridCol w="1701775"/>
              </a:tblGrid>
              <a:tr h="3990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Roboto"/>
                        <a:buNone/>
                      </a:pPr>
                      <a:r>
                        <a:rPr b="1" i="1" lang="en-GB" sz="800" u="none" strike="noStrike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No</a:t>
                      </a:r>
                      <a:endParaRPr sz="8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7B3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Roboto"/>
                        <a:buNone/>
                      </a:pPr>
                      <a:r>
                        <a:rPr b="1" i="1" lang="en-GB" sz="800" u="none" strike="noStrike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Case ID</a:t>
                      </a:r>
                      <a:endParaRPr b="1" i="0" sz="800" u="none" strike="noStrike">
                        <a:solidFill>
                          <a:srgbClr val="FFFFF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7B3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Roboto"/>
                        <a:buNone/>
                      </a:pPr>
                      <a:r>
                        <a:rPr b="1" i="1" lang="en-GB" sz="800" u="none" strike="noStrike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After Sales (2)</a:t>
                      </a:r>
                      <a:endParaRPr sz="8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7B3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Roboto"/>
                        <a:buNone/>
                      </a:pPr>
                      <a:r>
                        <a:rPr b="1" i="1" lang="en-GB" sz="800" u="none" strike="noStrike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Status</a:t>
                      </a:r>
                      <a:endParaRPr sz="8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7B3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Roboto"/>
                        <a:buNone/>
                      </a:pPr>
                      <a:r>
                        <a:rPr b="1" i="1" lang="en-GB" sz="800" u="none" strike="noStrike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Channel</a:t>
                      </a:r>
                      <a:endParaRPr sz="8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7B3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Roboto"/>
                        <a:buNone/>
                      </a:pPr>
                      <a:r>
                        <a:rPr b="1" i="1" lang="en-GB" sz="800" u="none" strike="noStrike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Customer Info</a:t>
                      </a:r>
                      <a:endParaRPr b="1" i="0" sz="800" u="none" strike="noStrike">
                        <a:solidFill>
                          <a:srgbClr val="FFFFF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7B3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Roboto"/>
                        <a:buNone/>
                      </a:pPr>
                      <a:r>
                        <a:rPr b="1" i="1" lang="en-GB" sz="800" u="none" strike="noStrike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Aging</a:t>
                      </a:r>
                      <a:endParaRPr b="1" i="0" sz="800" u="none" strike="noStrike">
                        <a:solidFill>
                          <a:srgbClr val="FFFFF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Roboto"/>
                        <a:buNone/>
                      </a:pPr>
                      <a:r>
                        <a:rPr b="1" i="1" lang="en-GB" sz="800" u="none" strike="noStrike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(Days)</a:t>
                      </a:r>
                      <a:endParaRPr sz="8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7B3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Roboto"/>
                        <a:buNone/>
                      </a:pPr>
                      <a:r>
                        <a:rPr b="1" i="1" lang="en-GB" sz="800" u="none" strike="noStrike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Purchased Dealer</a:t>
                      </a:r>
                      <a:endParaRPr b="1" i="0" sz="800" u="none" strike="noStrike">
                        <a:solidFill>
                          <a:srgbClr val="FFFFF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7B3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Roboto"/>
                        <a:buNone/>
                      </a:pPr>
                      <a:r>
                        <a:rPr b="1" i="1" lang="en-GB" sz="800" u="none" strike="noStrike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Remarks</a:t>
                      </a:r>
                      <a:endParaRPr b="1" i="0" sz="800" u="none" strike="noStrike">
                        <a:solidFill>
                          <a:srgbClr val="FFFFF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7B3F5"/>
                    </a:solidFill>
                  </a:tcPr>
                </a:tc>
              </a:tr>
              <a:tr h="9881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Roboto"/>
                        <a:buNone/>
                      </a:pPr>
                      <a:r>
                        <a:rPr lang="en-GB" sz="800"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Roboto"/>
                        <a:buNone/>
                      </a:pPr>
                      <a:r>
                        <a:rPr b="0" i="0" lang="en-GB" sz="800" u="none" strike="noStrike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200726-PROEV-35168</a:t>
                      </a:r>
                      <a:endParaRPr sz="8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Roboto"/>
                        <a:buNone/>
                      </a:pPr>
                      <a:r>
                        <a:rPr b="0" i="0" lang="en-GB" sz="800" u="none" strike="noStrike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Body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800"/>
                        <a:buFont typeface="Roboto"/>
                        <a:buNone/>
                      </a:pPr>
                      <a:r>
                        <a:rPr b="1" lang="en-GB" sz="800">
                          <a:solidFill>
                            <a:srgbClr val="FF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WIP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Roboto"/>
                        <a:buNone/>
                      </a:pPr>
                      <a:r>
                        <a:rPr b="0" i="0" lang="en-GB" sz="800" u="none" strike="noStrike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Phone Call</a:t>
                      </a:r>
                      <a:endParaRPr sz="8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1414"/>
                        </a:buClr>
                        <a:buSzPts val="800"/>
                        <a:buFont typeface="Roboto"/>
                        <a:buNone/>
                      </a:pPr>
                      <a:r>
                        <a:rPr b="1" i="0" lang="en-GB" sz="800" u="none" strike="noStrike">
                          <a:solidFill>
                            <a:srgbClr val="141414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Name: </a:t>
                      </a:r>
                      <a:r>
                        <a:rPr b="0" i="0" lang="en-GB" sz="800" u="none" strike="noStrike">
                          <a:solidFill>
                            <a:srgbClr val="141414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Muhammad Amin Aizad Bin Ahmad </a:t>
                      </a:r>
                      <a:br>
                        <a:rPr b="1" i="0" lang="en-GB" sz="800" u="none" strike="noStrike">
                          <a:solidFill>
                            <a:srgbClr val="141414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</a:br>
                      <a:r>
                        <a:rPr b="1" i="0" lang="en-GB" sz="800" u="none" strike="noStrike">
                          <a:solidFill>
                            <a:srgbClr val="141414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Model: </a:t>
                      </a:r>
                      <a:r>
                        <a:rPr b="0" i="0" lang="en-GB" sz="800" u="none" strike="noStrike">
                          <a:solidFill>
                            <a:srgbClr val="141414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e.MAS7 </a:t>
                      </a:r>
                      <a:endParaRPr sz="11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1414"/>
                        </a:buClr>
                        <a:buSzPts val="800"/>
                        <a:buFont typeface="Roboto"/>
                        <a:buNone/>
                      </a:pPr>
                      <a:r>
                        <a:rPr b="1" i="0" lang="en-GB" sz="800" u="none" strike="noStrike">
                          <a:solidFill>
                            <a:srgbClr val="141414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Plate Num: </a:t>
                      </a:r>
                      <a:r>
                        <a:rPr b="0" i="0" lang="en-GB" sz="800" u="none" strike="noStrike">
                          <a:solidFill>
                            <a:srgbClr val="141414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CFH895</a:t>
                      </a:r>
                      <a:br>
                        <a:rPr b="1" i="0" lang="en-GB" sz="800" u="none" strike="noStrike">
                          <a:solidFill>
                            <a:srgbClr val="141414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</a:br>
                      <a:r>
                        <a:rPr b="1" i="0" lang="en-GB" sz="800" u="none" strike="noStrike">
                          <a:solidFill>
                            <a:srgbClr val="141414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Chasis: </a:t>
                      </a:r>
                      <a:r>
                        <a:rPr b="0" i="0" lang="en-GB" sz="800" u="none" strike="noStrike">
                          <a:solidFill>
                            <a:srgbClr val="141414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PL1NKWEMRTG001838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Roboto"/>
                        <a:buNone/>
                      </a:pPr>
                      <a:r>
                        <a:rPr lang="en-GB" sz="800">
                          <a:latin typeface="Roboto"/>
                          <a:ea typeface="Roboto"/>
                          <a:cs typeface="Roboto"/>
                          <a:sym typeface="Roboto"/>
                        </a:rPr>
                        <a:t>4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Roboto"/>
                        <a:buNone/>
                      </a:pPr>
                      <a:r>
                        <a:rPr b="0" i="0" lang="en-GB" sz="800" u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Proton e.MAS Rawang - Pantai Bharu Autohaus</a:t>
                      </a:r>
                      <a:endParaRPr sz="8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Roboto"/>
                        <a:buNone/>
                      </a:pPr>
                      <a:r>
                        <a:rPr b="1" i="0" lang="en-GB" sz="800" u="none" strike="noStrike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Issue:</a:t>
                      </a:r>
                      <a:r>
                        <a:rPr b="0" i="0" lang="en-GB" sz="800" u="none" strike="noStrike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Mudguard installation quality.</a:t>
                      </a:r>
                      <a:endParaRPr sz="8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Roboto"/>
                        <a:buNone/>
                      </a:pPr>
                      <a:r>
                        <a:rPr b="1" i="0" lang="en-GB" sz="800" u="none" strike="noStrike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Action Taken:</a:t>
                      </a:r>
                      <a:r>
                        <a:rPr b="0" i="0" lang="en-GB" sz="800" u="none" strike="noStrike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Appointment with customer on 21/7 but customer still not satisfied on the mudguard adjustment. </a:t>
                      </a:r>
                      <a:endParaRPr sz="11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Roboto"/>
                        <a:buNone/>
                      </a:pPr>
                      <a:r>
                        <a:rPr b="1" i="0" lang="en-GB" sz="800" u="none" strike="noStrike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Next action: 27/7 - </a:t>
                      </a:r>
                      <a:r>
                        <a:rPr b="0" i="0" lang="en-GB" sz="800" u="none" strike="noStrike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Pending next arrangement and advise by dealer. </a:t>
                      </a:r>
                      <a:endParaRPr b="0" i="0" sz="800" u="none" strike="noStrike">
                        <a:solidFill>
                          <a:srgbClr val="FF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137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Roboto"/>
                        <a:buNone/>
                      </a:pPr>
                      <a:r>
                        <a:rPr lang="en-GB" sz="800"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Roboto"/>
                        <a:buNone/>
                      </a:pPr>
                      <a:r>
                        <a:rPr b="0" i="0" lang="en-GB" sz="800" u="none" strike="noStrike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230726-PROEV-35396</a:t>
                      </a:r>
                      <a:endParaRPr sz="8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Roboto"/>
                        <a:buNone/>
                      </a:pPr>
                      <a:r>
                        <a:rPr b="0" i="0" lang="en-GB" sz="800" u="none" strike="noStrike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Service Operation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800"/>
                        <a:buFont typeface="Roboto"/>
                        <a:buNone/>
                      </a:pPr>
                      <a:r>
                        <a:rPr b="1" lang="en-GB" sz="800">
                          <a:solidFill>
                            <a:srgbClr val="FF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WIP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Roboto"/>
                        <a:buNone/>
                      </a:pPr>
                      <a:r>
                        <a:rPr b="0" i="0" lang="en-GB" sz="800" u="none" strike="noStrike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Email</a:t>
                      </a:r>
                      <a:endParaRPr sz="8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1414"/>
                        </a:buClr>
                        <a:buSzPts val="800"/>
                        <a:buFont typeface="Roboto"/>
                        <a:buNone/>
                      </a:pPr>
                      <a:r>
                        <a:rPr b="1" i="0" lang="en-GB" sz="800" u="none" strike="noStrike">
                          <a:solidFill>
                            <a:srgbClr val="141414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Name: </a:t>
                      </a:r>
                      <a:r>
                        <a:rPr b="0" i="0" lang="en-GB" sz="800" u="none" strike="noStrike">
                          <a:solidFill>
                            <a:srgbClr val="141414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Nur Imanina Binti Effendy</a:t>
                      </a:r>
                      <a:br>
                        <a:rPr b="0" i="0" lang="en-GB" sz="800" u="none" strike="noStrike">
                          <a:solidFill>
                            <a:srgbClr val="141414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</a:br>
                      <a:r>
                        <a:rPr b="1" i="0" lang="en-GB" sz="800" u="none" strike="noStrike">
                          <a:solidFill>
                            <a:srgbClr val="141414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Model: </a:t>
                      </a:r>
                      <a:r>
                        <a:rPr b="0" i="0" lang="en-GB" sz="800" u="none" strike="noStrike">
                          <a:solidFill>
                            <a:srgbClr val="141414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e.MAS5</a:t>
                      </a:r>
                      <a:endParaRPr b="0" i="0" sz="800" u="none" strike="noStrike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1414"/>
                        </a:buClr>
                        <a:buSzPts val="800"/>
                        <a:buFont typeface="Roboto"/>
                        <a:buNone/>
                      </a:pPr>
                      <a:r>
                        <a:rPr b="1" i="0" lang="en-GB" sz="800" u="none" strike="noStrike">
                          <a:solidFill>
                            <a:srgbClr val="141414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Plate Num: </a:t>
                      </a:r>
                      <a:r>
                        <a:rPr b="0" i="0" lang="en-GB" sz="800" u="none" strike="noStrike">
                          <a:solidFill>
                            <a:srgbClr val="141414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EV254</a:t>
                      </a:r>
                      <a:br>
                        <a:rPr b="0" i="0" lang="en-GB" sz="800" u="none" strike="noStrike">
                          <a:solidFill>
                            <a:srgbClr val="141414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</a:br>
                      <a:r>
                        <a:rPr b="1" i="0" lang="en-GB" sz="800" u="none" strike="noStrike">
                          <a:solidFill>
                            <a:srgbClr val="141414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Chasis: </a:t>
                      </a:r>
                      <a:r>
                        <a:rPr b="0" i="0" lang="en-GB" sz="800" u="none" strike="noStrike">
                          <a:solidFill>
                            <a:srgbClr val="141414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PL1BKNLMRTG000754</a:t>
                      </a:r>
                      <a:endParaRPr sz="8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Roboto"/>
                        <a:buNone/>
                      </a:pPr>
                      <a:r>
                        <a:rPr lang="en-GB" sz="800"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Roboto"/>
                        <a:buNone/>
                      </a:pPr>
                      <a:r>
                        <a:rPr b="0" i="0" lang="en-GB" sz="800" u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Proton e.MAS Alor Setar - Rahmat Jutamas</a:t>
                      </a:r>
                      <a:endParaRPr sz="8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Roboto"/>
                        <a:buNone/>
                      </a:pPr>
                      <a:r>
                        <a:rPr b="1" i="0" lang="en-GB" sz="800" u="none" strike="noStrike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Issue:</a:t>
                      </a:r>
                      <a:r>
                        <a:rPr b="0" i="0" lang="en-GB" sz="800" u="none" strike="noStrike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Wheels alignment report. </a:t>
                      </a:r>
                      <a:endParaRPr sz="8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Roboto"/>
                        <a:buNone/>
                      </a:pPr>
                      <a:r>
                        <a:rPr b="1" i="0" lang="en-GB" sz="800" u="none" strike="noStrike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Action Taken:</a:t>
                      </a:r>
                      <a:r>
                        <a:rPr b="0" i="0" lang="en-GB" sz="800" u="none" strike="noStrike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Escalate to dealer for further update advise on the Wheels Alignment</a:t>
                      </a:r>
                      <a:endParaRPr sz="8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Roboto"/>
                        <a:buNone/>
                      </a:pPr>
                      <a:r>
                        <a:rPr b="1" i="0" lang="en-GB" sz="800" u="none" strike="noStrike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Next action :27/2 - </a:t>
                      </a:r>
                      <a:r>
                        <a:rPr b="0" i="0" lang="en-GB" sz="800" u="none" strike="noStrike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Await update from the dealer.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96" name="Google Shape;296;p55"/>
          <p:cNvSpPr txBox="1"/>
          <p:nvPr/>
        </p:nvSpPr>
        <p:spPr>
          <a:xfrm>
            <a:off x="294365" y="399142"/>
            <a:ext cx="6286502" cy="43858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GB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Customer Complaint – Weekly 17 July – 23 July 2026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oboto"/>
              <a:buNone/>
            </a:pPr>
            <a:r>
              <a:t/>
            </a:r>
            <a:endParaRPr b="1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p55"/>
          <p:cNvSpPr txBox="1"/>
          <p:nvPr/>
        </p:nvSpPr>
        <p:spPr>
          <a:xfrm>
            <a:off x="294365" y="801913"/>
            <a:ext cx="6286502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GB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Customer Complaint – Weekly 17 July – 23 July 2026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Roboto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5900" lvl="0" marL="215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•"/>
            </a:pPr>
            <a:r>
              <a:rPr b="1" i="0" lang="en-GB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Total Complaint: 9 </a:t>
            </a:r>
            <a:r>
              <a:rPr b="1" i="0" lang="en-GB" sz="800" u="none" cap="none" strike="noStrik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[ After Sales (2) / Apps (2) / Charging (3) / Sales (2)]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5900" lvl="0" marL="215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•"/>
            </a:pPr>
            <a:r>
              <a:rPr b="1" i="0" lang="en-GB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Status: </a:t>
            </a:r>
            <a:r>
              <a:rPr b="1" i="0" lang="en-GB" sz="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WIP: 9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Roboto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Roboto"/>
              <a:buNone/>
            </a:pPr>
            <a:r>
              <a:t/>
            </a:r>
            <a:endParaRPr b="1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56"/>
          <p:cNvSpPr txBox="1"/>
          <p:nvPr/>
        </p:nvSpPr>
        <p:spPr>
          <a:xfrm>
            <a:off x="294365" y="399142"/>
            <a:ext cx="6286502" cy="62324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GB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Customer Complaint – Weekly 17 July – 23 July 2026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oboto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oboto"/>
              <a:buNone/>
            </a:pPr>
            <a:r>
              <a:t/>
            </a:r>
            <a:endParaRPr b="1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p56"/>
          <p:cNvSpPr txBox="1"/>
          <p:nvPr/>
        </p:nvSpPr>
        <p:spPr>
          <a:xfrm>
            <a:off x="294365" y="801913"/>
            <a:ext cx="6286502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GB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Customer Complaint – Weekly 17 July – 23 July 2026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Roboto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5900" lvl="0" marL="215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•"/>
            </a:pPr>
            <a:r>
              <a:rPr b="1" i="0" lang="en-GB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Total Complaint: 9 </a:t>
            </a:r>
            <a:r>
              <a:rPr b="1" i="0" lang="en-GB" sz="800" u="none" cap="none" strike="noStrik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[ After Sales (2) / Apps (2) / Charging (3) / Sales (2)]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5900" lvl="0" marL="215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•"/>
            </a:pPr>
            <a:r>
              <a:rPr b="1" i="0" lang="en-GB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Status: </a:t>
            </a:r>
            <a:r>
              <a:rPr b="1" i="0" lang="en-GB" sz="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WIP: 9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Roboto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Roboto"/>
              <a:buNone/>
            </a:pPr>
            <a:r>
              <a:t/>
            </a:r>
            <a:endParaRPr b="1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04" name="Google Shape;304;p56"/>
          <p:cNvGraphicFramePr/>
          <p:nvPr/>
        </p:nvGraphicFramePr>
        <p:xfrm>
          <a:off x="294365" y="154990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{93C284A9-C047-4CE7-A427-F8BDC51384B7}</a:tableStyleId>
              </a:tblPr>
              <a:tblGrid>
                <a:gridCol w="320800"/>
                <a:gridCol w="833800"/>
                <a:gridCol w="947350"/>
                <a:gridCol w="574100"/>
                <a:gridCol w="686725"/>
                <a:gridCol w="1792400"/>
                <a:gridCol w="544275"/>
                <a:gridCol w="1084050"/>
                <a:gridCol w="1714000"/>
              </a:tblGrid>
              <a:tr h="506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Roboto"/>
                        <a:buNone/>
                      </a:pPr>
                      <a:r>
                        <a:rPr b="1" i="1" lang="en-GB" sz="800" u="none" strike="noStrike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No</a:t>
                      </a:r>
                      <a:endParaRPr sz="8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CE8A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Roboto"/>
                        <a:buNone/>
                      </a:pPr>
                      <a:r>
                        <a:rPr b="1" i="1" lang="en-GB" sz="800" u="none" strike="noStrike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Case ID</a:t>
                      </a:r>
                      <a:endParaRPr b="1" i="0" sz="800" u="none" strike="noStrike">
                        <a:solidFill>
                          <a:srgbClr val="FFFFF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CE8A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Roboto"/>
                        <a:buNone/>
                      </a:pPr>
                      <a:r>
                        <a:rPr b="1" i="1" lang="en-GB" sz="800" u="none" strike="noStrike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Apps (2)</a:t>
                      </a:r>
                      <a:endParaRPr sz="8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CE8A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Roboto"/>
                        <a:buNone/>
                      </a:pPr>
                      <a:r>
                        <a:rPr b="1" i="1" lang="en-GB" sz="800" u="none" strike="noStrike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Status</a:t>
                      </a:r>
                      <a:endParaRPr sz="8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CE8A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Roboto"/>
                        <a:buNone/>
                      </a:pPr>
                      <a:r>
                        <a:rPr b="1" i="1" lang="en-GB" sz="800" u="none" strike="noStrike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Channel</a:t>
                      </a:r>
                      <a:endParaRPr sz="8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CE8A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Roboto"/>
                        <a:buNone/>
                      </a:pPr>
                      <a:r>
                        <a:rPr b="1" i="1" lang="en-GB" sz="800" u="none" strike="noStrike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Customer Info</a:t>
                      </a:r>
                      <a:endParaRPr b="1" i="0" sz="800" u="none" strike="noStrike">
                        <a:solidFill>
                          <a:srgbClr val="FFFFF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CE8A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Roboto"/>
                        <a:buNone/>
                      </a:pPr>
                      <a:r>
                        <a:rPr b="1" i="1" lang="en-GB" sz="800" u="none" strike="noStrike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Aging</a:t>
                      </a:r>
                      <a:endParaRPr b="1" i="0" sz="800" u="none" strike="noStrike">
                        <a:solidFill>
                          <a:srgbClr val="FFFFF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Roboto"/>
                        <a:buNone/>
                      </a:pPr>
                      <a:r>
                        <a:rPr b="1" i="1" lang="en-GB" sz="800" u="none" strike="noStrike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(Days)</a:t>
                      </a:r>
                      <a:endParaRPr sz="8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CE8A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Roboto"/>
                        <a:buNone/>
                      </a:pPr>
                      <a:r>
                        <a:rPr b="1" i="1" lang="en-GB" sz="800" u="none" strike="noStrike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Purchased Dealer</a:t>
                      </a:r>
                      <a:endParaRPr b="1" i="0" sz="800" u="none" strike="noStrike">
                        <a:solidFill>
                          <a:srgbClr val="FFFFF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CE8A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Roboto"/>
                        <a:buNone/>
                      </a:pPr>
                      <a:r>
                        <a:rPr b="1" i="1" lang="en-GB" sz="800" u="none" strike="noStrike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Remarks</a:t>
                      </a:r>
                      <a:endParaRPr b="1" i="0" sz="800" u="none" strike="noStrike">
                        <a:solidFill>
                          <a:srgbClr val="FFFFF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CE8AC"/>
                    </a:solidFill>
                  </a:tcPr>
                </a:tc>
              </a:tr>
              <a:tr h="1089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Roboto"/>
                        <a:buNone/>
                      </a:pPr>
                      <a:r>
                        <a:rPr lang="en-GB" sz="800"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Roboto"/>
                        <a:buNone/>
                      </a:pPr>
                      <a:r>
                        <a:rPr b="0" i="0" lang="en-GB" sz="800" u="none" strike="noStrike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210726-PROEV-35253</a:t>
                      </a:r>
                      <a:endParaRPr sz="8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Roboto"/>
                        <a:buNone/>
                      </a:pPr>
                      <a:r>
                        <a:rPr b="0" i="0" lang="en-GB" sz="800" u="none" strike="noStrike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Profile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800"/>
                        <a:buFont typeface="Roboto"/>
                        <a:buNone/>
                      </a:pPr>
                      <a:r>
                        <a:rPr b="1" lang="en-GB" sz="800">
                          <a:solidFill>
                            <a:srgbClr val="FF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WIP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Roboto"/>
                        <a:buNone/>
                      </a:pPr>
                      <a:r>
                        <a:rPr b="0" i="0" lang="en-GB" sz="800" u="none" strike="noStrike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Phone Call</a:t>
                      </a:r>
                      <a:endParaRPr sz="8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1414"/>
                        </a:buClr>
                        <a:buSzPts val="800"/>
                        <a:buFont typeface="Roboto"/>
                        <a:buNone/>
                      </a:pPr>
                      <a:r>
                        <a:rPr b="1" i="0" lang="en-GB" sz="800" u="none" strike="noStrike">
                          <a:solidFill>
                            <a:srgbClr val="141414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Name: </a:t>
                      </a:r>
                      <a:r>
                        <a:rPr b="0" i="0" lang="en-GB" sz="800" u="none" strike="noStrike">
                          <a:solidFill>
                            <a:srgbClr val="141414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Muhammad Helmy Bin Mohammad Sabri </a:t>
                      </a:r>
                      <a:br>
                        <a:rPr b="0" i="0" lang="en-GB" sz="800" u="none" strike="noStrike">
                          <a:solidFill>
                            <a:srgbClr val="141414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</a:br>
                      <a:r>
                        <a:rPr b="1" i="0" lang="en-GB" sz="800" u="none" strike="noStrike">
                          <a:solidFill>
                            <a:srgbClr val="141414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Model: </a:t>
                      </a:r>
                      <a:r>
                        <a:rPr b="0" i="0" lang="en-GB" sz="800" u="none" strike="noStrike">
                          <a:solidFill>
                            <a:srgbClr val="141414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e.MAS7</a:t>
                      </a:r>
                      <a:endParaRPr b="0" i="0" sz="800" u="none" strike="noStrike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1414"/>
                        </a:buClr>
                        <a:buSzPts val="800"/>
                        <a:buFont typeface="Roboto"/>
                        <a:buNone/>
                      </a:pPr>
                      <a:r>
                        <a:rPr b="1" i="0" lang="en-GB" sz="800" u="none" strike="noStrike">
                          <a:solidFill>
                            <a:srgbClr val="141414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Plate Num: </a:t>
                      </a:r>
                      <a:r>
                        <a:rPr b="0" i="0" lang="en-GB" sz="800" u="none" strike="noStrike">
                          <a:solidFill>
                            <a:srgbClr val="141414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RBE4678</a:t>
                      </a:r>
                      <a:br>
                        <a:rPr b="0" i="0" lang="en-GB" sz="800" u="none" strike="noStrike">
                          <a:solidFill>
                            <a:srgbClr val="141414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</a:br>
                      <a:r>
                        <a:rPr b="1" i="0" lang="en-GB" sz="800" u="none" strike="noStrike">
                          <a:solidFill>
                            <a:srgbClr val="141414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Chasis: </a:t>
                      </a:r>
                      <a:r>
                        <a:rPr b="0" i="0" lang="en-GB" sz="800" u="none" strike="noStrike">
                          <a:solidFill>
                            <a:srgbClr val="141414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L6TE21SB2SY156955</a:t>
                      </a:r>
                      <a:endParaRPr sz="8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Roboto"/>
                        <a:buNone/>
                      </a:pPr>
                      <a:r>
                        <a:rPr lang="en-GB" sz="800">
                          <a:latin typeface="Roboto"/>
                          <a:ea typeface="Roboto"/>
                          <a:cs typeface="Roboto"/>
                          <a:sym typeface="Roboto"/>
                        </a:rPr>
                        <a:t>4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Roboto"/>
                        <a:buNone/>
                      </a:pPr>
                      <a:r>
                        <a:rPr b="0" i="0" lang="en-GB" sz="800" u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Proton e.MAS Glenmarie - EON 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Roboto"/>
                        <a:buNone/>
                      </a:pPr>
                      <a:r>
                        <a:rPr b="1" i="0" lang="en-GB" sz="800" u="none" strike="noStrike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Issue: </a:t>
                      </a:r>
                      <a:r>
                        <a:rPr b="0" i="0" lang="en-GB" sz="800" u="none" strike="noStrike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Unable to receive OTP</a:t>
                      </a:r>
                      <a:endParaRPr sz="1100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Roboto"/>
                        <a:buNone/>
                      </a:pPr>
                      <a:r>
                        <a:rPr b="1" i="0" lang="en-GB" sz="800" u="none" strike="noStrike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Action Taken: </a:t>
                      </a:r>
                      <a:r>
                        <a:rPr b="0" i="0" lang="en-GB" sz="800" u="none" strike="noStrike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Case escalated to PRO-NET</a:t>
                      </a:r>
                      <a:endParaRPr sz="8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Roboto"/>
                        <a:buNone/>
                      </a:pPr>
                      <a:r>
                        <a:rPr b="1" i="0" lang="en-GB" sz="800" u="none" strike="noStrike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Next action:</a:t>
                      </a:r>
                      <a:r>
                        <a:rPr b="0" i="0" lang="en-GB" sz="800" u="none" strike="noStrike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b="1" i="0" lang="en-GB" sz="800" u="none" strike="noStrike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27/7 – </a:t>
                      </a:r>
                      <a:r>
                        <a:rPr b="0" i="0" lang="en-GB" sz="800" u="none" strike="noStrike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Pending from Raphael to check. 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2844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Roboto"/>
                        <a:buNone/>
                      </a:pPr>
                      <a:r>
                        <a:rPr lang="en-GB" sz="800"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Roboto"/>
                        <a:buNone/>
                      </a:pPr>
                      <a:r>
                        <a:rPr b="0" i="0" lang="en-GB" sz="800" u="none" strike="noStrike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230726-PROEV-35422</a:t>
                      </a:r>
                      <a:endParaRPr sz="8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Roboto"/>
                        <a:buNone/>
                      </a:pPr>
                      <a:r>
                        <a:rPr b="0" i="0" lang="en-GB" sz="800" u="none" strike="noStrike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Profile</a:t>
                      </a:r>
                      <a:endParaRPr b="0" i="0" sz="800" u="none" strike="noStrike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800"/>
                        <a:buFont typeface="Roboto"/>
                        <a:buNone/>
                      </a:pPr>
                      <a:r>
                        <a:rPr b="1" lang="en-GB" sz="800">
                          <a:solidFill>
                            <a:srgbClr val="FF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WIP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Roboto"/>
                        <a:buNone/>
                      </a:pPr>
                      <a:r>
                        <a:rPr b="0" i="0" lang="en-GB" sz="800" u="none" strike="noStrike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WhatsApp </a:t>
                      </a:r>
                      <a:endParaRPr sz="8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1414"/>
                        </a:buClr>
                        <a:buSzPts val="800"/>
                        <a:buFont typeface="Roboto"/>
                        <a:buNone/>
                      </a:pPr>
                      <a:r>
                        <a:rPr b="1" i="0" lang="en-GB" sz="800" u="none" strike="noStrike">
                          <a:solidFill>
                            <a:srgbClr val="141414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Name: </a:t>
                      </a:r>
                      <a:r>
                        <a:rPr b="0" i="0" lang="en-GB" sz="800" u="none" strike="noStrike">
                          <a:solidFill>
                            <a:srgbClr val="141414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Rukhairul Adli Bin Rusli </a:t>
                      </a:r>
                      <a:br>
                        <a:rPr b="0" i="0" lang="en-GB" sz="800" u="none" strike="noStrike">
                          <a:solidFill>
                            <a:srgbClr val="141414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</a:br>
                      <a:r>
                        <a:rPr b="1" i="0" lang="en-GB" sz="800" u="none" strike="noStrike">
                          <a:solidFill>
                            <a:srgbClr val="141414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Model: </a:t>
                      </a:r>
                      <a:r>
                        <a:rPr b="0" i="0" lang="en-GB" sz="800" u="none" strike="noStrike">
                          <a:solidFill>
                            <a:srgbClr val="141414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e.MAS5</a:t>
                      </a:r>
                      <a:endParaRPr sz="11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1414"/>
                        </a:buClr>
                        <a:buSzPts val="800"/>
                        <a:buFont typeface="Roboto"/>
                        <a:buNone/>
                      </a:pPr>
                      <a:r>
                        <a:rPr b="1" i="0" lang="en-GB" sz="800" u="none" strike="noStrike">
                          <a:solidFill>
                            <a:srgbClr val="141414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Plate Num: </a:t>
                      </a:r>
                      <a:r>
                        <a:rPr b="0" i="0" lang="en-GB" sz="800" u="none" strike="noStrike">
                          <a:solidFill>
                            <a:srgbClr val="141414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JYV4700</a:t>
                      </a:r>
                      <a:br>
                        <a:rPr b="0" i="0" lang="en-GB" sz="800" u="none" strike="noStrike">
                          <a:solidFill>
                            <a:srgbClr val="141414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</a:br>
                      <a:r>
                        <a:rPr b="1" i="0" lang="en-GB" sz="800" u="none" strike="noStrike">
                          <a:solidFill>
                            <a:srgbClr val="141414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Chasis: </a:t>
                      </a:r>
                      <a:r>
                        <a:rPr b="0" i="0" lang="en-GB" sz="800" u="none" strike="noStrike">
                          <a:solidFill>
                            <a:srgbClr val="141414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PL1BKNLMRTG000404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Roboto"/>
                        <a:buNone/>
                      </a:pPr>
                      <a:r>
                        <a:rPr lang="en-GB" sz="800"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Roboto"/>
                        <a:buNone/>
                      </a:pPr>
                      <a:r>
                        <a:rPr b="0" i="0" lang="en-GB" sz="800" u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Proton e.MAS Glenmarie - EON </a:t>
                      </a:r>
                      <a:endParaRPr sz="8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Roboto"/>
                        <a:buNone/>
                      </a:pPr>
                      <a:r>
                        <a:rPr b="1" i="0" lang="en-GB" sz="800" u="none" strike="noStrike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Issue:</a:t>
                      </a:r>
                      <a:r>
                        <a:rPr b="0" i="0" lang="en-GB" sz="800" u="none" strike="noStrike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Incorrect customer name displayed in the app</a:t>
                      </a:r>
                      <a:endParaRPr sz="1100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Roboto"/>
                        <a:buNone/>
                      </a:pPr>
                      <a:r>
                        <a:rPr b="1" i="0" lang="en-GB" sz="800" u="none" strike="noStrike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Action Taken: </a:t>
                      </a:r>
                      <a:r>
                        <a:rPr b="0" i="0" lang="en-GB" sz="800" u="none" strike="noStrike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Case escalated to dealer</a:t>
                      </a:r>
                      <a:endParaRPr sz="11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Roboto"/>
                        <a:buNone/>
                      </a:pPr>
                      <a:r>
                        <a:rPr b="1" i="0" lang="en-GB" sz="800" u="none" strike="noStrike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Next action:</a:t>
                      </a:r>
                      <a:r>
                        <a:rPr b="0" i="0" lang="en-GB" sz="800" u="none" strike="noStrike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b="1" i="0" lang="en-GB" sz="800" u="none" strike="noStrike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27/7 -  </a:t>
                      </a:r>
                      <a:r>
                        <a:rPr b="0" i="0" lang="en-GB" sz="800" u="none" strike="noStrike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Dealer seek assistance from IT and will revert outcome. </a:t>
                      </a:r>
                      <a:endParaRPr sz="8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57"/>
          <p:cNvSpPr txBox="1"/>
          <p:nvPr/>
        </p:nvSpPr>
        <p:spPr>
          <a:xfrm>
            <a:off x="294365" y="399142"/>
            <a:ext cx="6286502" cy="62324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GB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Customer Complaint – Weekly 17 July – 23 July 2026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oboto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oboto"/>
              <a:buNone/>
            </a:pPr>
            <a:r>
              <a:t/>
            </a:r>
            <a:endParaRPr b="1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p57"/>
          <p:cNvSpPr txBox="1"/>
          <p:nvPr/>
        </p:nvSpPr>
        <p:spPr>
          <a:xfrm>
            <a:off x="294365" y="801913"/>
            <a:ext cx="6286502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GB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Customer Complaint – Weekly 17 July – 23 July 2026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Roboto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5900" lvl="0" marL="215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•"/>
            </a:pPr>
            <a:r>
              <a:rPr b="1" i="0" lang="en-GB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Total Complaint: 9 </a:t>
            </a:r>
            <a:r>
              <a:rPr b="1" i="0" lang="en-GB" sz="800" u="none" cap="none" strike="noStrik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[ After Sales (2) / Apps (2) / Charging (3) / Sales (2)]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5900" lvl="0" marL="215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•"/>
            </a:pPr>
            <a:r>
              <a:rPr b="1" i="0" lang="en-GB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Status: </a:t>
            </a:r>
            <a:r>
              <a:rPr b="1" i="0" lang="en-GB" sz="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WIP: 9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Roboto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Roboto"/>
              <a:buNone/>
            </a:pPr>
            <a:r>
              <a:t/>
            </a:r>
            <a:endParaRPr b="1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11" name="Google Shape;311;p57"/>
          <p:cNvGraphicFramePr/>
          <p:nvPr/>
        </p:nvGraphicFramePr>
        <p:xfrm>
          <a:off x="485693" y="143741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{93C284A9-C047-4CE7-A427-F8BDC51384B7}</a:tableStyleId>
              </a:tblPr>
              <a:tblGrid>
                <a:gridCol w="296800"/>
                <a:gridCol w="783225"/>
                <a:gridCol w="754250"/>
                <a:gridCol w="512875"/>
                <a:gridCol w="885200"/>
                <a:gridCol w="1636725"/>
                <a:gridCol w="480000"/>
                <a:gridCol w="1018275"/>
                <a:gridCol w="1609975"/>
              </a:tblGrid>
              <a:tr h="386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Roboto"/>
                        <a:buNone/>
                      </a:pPr>
                      <a:r>
                        <a:rPr b="1" i="1" lang="en-GB" sz="8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No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4EA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Roboto"/>
                        <a:buNone/>
                      </a:pPr>
                      <a:r>
                        <a:rPr b="1" i="1" lang="en-GB" sz="8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Case ID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4EA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-GB" sz="8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Charging (3)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4EA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-GB" sz="8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Status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4EA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-GB" sz="8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Channel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4EA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-GB" sz="8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Customer Info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4EA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-GB" sz="8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Aging</a:t>
                      </a:r>
                      <a:endParaRPr sz="1100"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Roboto"/>
                        <a:buNone/>
                      </a:pPr>
                      <a:r>
                        <a:rPr b="1" i="1" lang="en-GB" sz="8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(Days)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4EA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-GB" sz="8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Purchased Dealer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4EA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-GB" sz="8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Remarks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4EAF3"/>
                    </a:solidFill>
                  </a:tcPr>
                </a:tc>
              </a:tr>
              <a:tr h="8661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Roboto"/>
                        <a:buNone/>
                      </a:pPr>
                      <a:r>
                        <a:rPr lang="en-GB" sz="800"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Roboto"/>
                        <a:buNone/>
                      </a:pPr>
                      <a:r>
                        <a:rPr b="0" i="0" lang="en-GB" sz="800" u="none" strike="noStrike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170726-PROEV-34969</a:t>
                      </a:r>
                      <a:endParaRPr sz="8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Roboto"/>
                        <a:buNone/>
                      </a:pPr>
                      <a:r>
                        <a:rPr b="0" i="0" lang="en-GB" sz="800" u="none" strike="noStrike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Home Charging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800"/>
                        <a:buFont typeface="Roboto"/>
                        <a:buNone/>
                      </a:pPr>
                      <a:r>
                        <a:rPr b="1" lang="en-GB" sz="800">
                          <a:solidFill>
                            <a:srgbClr val="FF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WIP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Roboto"/>
                        <a:buNone/>
                      </a:pPr>
                      <a:r>
                        <a:rPr b="0" i="0" lang="en-GB" sz="800" u="none" strike="noStrike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WhatsApp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1414"/>
                        </a:buClr>
                        <a:buSzPts val="800"/>
                        <a:buFont typeface="Roboto"/>
                        <a:buNone/>
                      </a:pPr>
                      <a:r>
                        <a:rPr b="1" i="0" lang="en-GB" sz="800" u="none" strike="noStrike">
                          <a:solidFill>
                            <a:srgbClr val="141414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Name: </a:t>
                      </a:r>
                      <a:r>
                        <a:rPr b="0" i="0" lang="en-GB" sz="800" u="none" strike="noStrike">
                          <a:solidFill>
                            <a:srgbClr val="141414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Nurul Ariffah Nadhira Binti Ghazali </a:t>
                      </a:r>
                      <a:endParaRPr sz="1100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1414"/>
                        </a:buClr>
                        <a:buSzPts val="800"/>
                        <a:buFont typeface="Roboto"/>
                        <a:buNone/>
                      </a:pPr>
                      <a:r>
                        <a:rPr b="1" i="0" lang="en-GB" sz="800" u="none" strike="noStrike">
                          <a:solidFill>
                            <a:srgbClr val="141414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Model: </a:t>
                      </a:r>
                      <a:r>
                        <a:rPr b="0" i="0" lang="en-GB" sz="800" u="none" strike="noStrike">
                          <a:solidFill>
                            <a:srgbClr val="141414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e.MAS7 PHEV</a:t>
                      </a:r>
                      <a:br>
                        <a:rPr b="1" i="0" lang="en-GB" sz="800" u="none" strike="noStrike">
                          <a:solidFill>
                            <a:srgbClr val="141414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</a:br>
                      <a:r>
                        <a:rPr b="1" i="0" lang="en-GB" sz="800" u="none" strike="noStrike">
                          <a:solidFill>
                            <a:srgbClr val="141414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Plate Num: </a:t>
                      </a:r>
                      <a:r>
                        <a:rPr b="0" i="0" lang="en-GB" sz="800" u="none" strike="noStrike">
                          <a:solidFill>
                            <a:srgbClr val="141414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V2110MY</a:t>
                      </a:r>
                      <a:br>
                        <a:rPr b="0" i="0" lang="en-GB" sz="800" u="none" strike="noStrike">
                          <a:solidFill>
                            <a:srgbClr val="141414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</a:br>
                      <a:r>
                        <a:rPr b="1" i="0" lang="en-GB" sz="800" u="none" strike="noStrike">
                          <a:solidFill>
                            <a:srgbClr val="141414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Chasis: </a:t>
                      </a:r>
                      <a:r>
                        <a:rPr b="0" i="0" lang="en-GB" sz="800" u="none" strike="noStrike">
                          <a:solidFill>
                            <a:srgbClr val="141414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LB3P11SD7TH354370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Roboto"/>
                        <a:buNone/>
                      </a:pPr>
                      <a:r>
                        <a:rPr lang="en-GB" sz="800">
                          <a:latin typeface="Roboto"/>
                          <a:ea typeface="Roboto"/>
                          <a:cs typeface="Roboto"/>
                          <a:sym typeface="Roboto"/>
                        </a:rPr>
                        <a:t>8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Roboto"/>
                        <a:buNone/>
                      </a:pPr>
                      <a:r>
                        <a:rPr b="0" i="0" lang="en-GB" sz="800" u="none" strike="noStrike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Proton e.MAS Kota Syahbandar - Xtream Auto</a:t>
                      </a:r>
                      <a:endParaRPr sz="8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Roboto"/>
                        <a:buNone/>
                      </a:pPr>
                      <a:r>
                        <a:rPr b="1" i="0" lang="en-GB" sz="800" u="none" strike="noStrike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Issue: </a:t>
                      </a:r>
                      <a:r>
                        <a:rPr b="0" i="0" lang="en-GB" sz="800" u="none" strike="noStrike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Home assessment fee refund as advised by dealer</a:t>
                      </a:r>
                      <a:endParaRPr sz="8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Roboto"/>
                        <a:buNone/>
                      </a:pPr>
                      <a:r>
                        <a:rPr b="1" i="0" lang="en-GB" sz="800" u="none" strike="noStrike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Action Taken: </a:t>
                      </a:r>
                      <a:r>
                        <a:rPr b="0" i="0" lang="en-GB" sz="800" u="none" strike="noStrike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Customer ask for refund as he need to cancel and re-arrange at different location. SA promise can refund the assessment fee. </a:t>
                      </a:r>
                      <a:endParaRPr sz="11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Roboto"/>
                        <a:buNone/>
                      </a:pPr>
                      <a:r>
                        <a:rPr b="1" i="0" lang="en-GB" sz="800" u="none" strike="noStrike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Next action:</a:t>
                      </a:r>
                      <a:r>
                        <a:rPr b="0" i="0" lang="en-GB" sz="800" u="none" strike="noStrike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b="1" i="0" lang="en-GB" sz="800" u="none" strike="noStrike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27/7</a:t>
                      </a:r>
                      <a:r>
                        <a:rPr b="0" i="0" lang="en-GB" sz="800" u="none" strike="noStrike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- Awaiting dealer's response 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8661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Roboto"/>
                        <a:buNone/>
                      </a:pPr>
                      <a:r>
                        <a:rPr lang="en-GB" sz="800"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Roboto"/>
                        <a:buNone/>
                      </a:pPr>
                      <a:r>
                        <a:rPr b="0" i="0" lang="en-GB" sz="800" u="none" strike="noStrike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200726-PROEV-35122</a:t>
                      </a:r>
                      <a:endParaRPr sz="8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Roboto"/>
                        <a:buNone/>
                      </a:pPr>
                      <a:r>
                        <a:rPr b="0" i="0" lang="en-GB" sz="800" u="none" strike="noStrike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Home Charging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800"/>
                        <a:buFont typeface="Roboto"/>
                        <a:buNone/>
                      </a:pPr>
                      <a:r>
                        <a:rPr b="1" lang="en-GB" sz="800">
                          <a:solidFill>
                            <a:srgbClr val="FF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WIP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Roboto"/>
                        <a:buNone/>
                      </a:pPr>
                      <a:r>
                        <a:rPr b="0" i="0" lang="en-GB" sz="800" u="none" strike="noStrike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WhatsApp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1414"/>
                        </a:buClr>
                        <a:buSzPts val="800"/>
                        <a:buFont typeface="Roboto"/>
                        <a:buNone/>
                      </a:pPr>
                      <a:r>
                        <a:rPr b="1" i="0" lang="en-GB" sz="800" u="none" strike="noStrike">
                          <a:solidFill>
                            <a:srgbClr val="141414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Name: </a:t>
                      </a:r>
                      <a:r>
                        <a:rPr b="0" i="0" lang="en-GB" sz="800" u="none" strike="noStrike">
                          <a:solidFill>
                            <a:srgbClr val="141414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Wong Teck Wai </a:t>
                      </a:r>
                      <a:endParaRPr sz="8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1414"/>
                        </a:buClr>
                        <a:buSzPts val="800"/>
                        <a:buFont typeface="Roboto"/>
                        <a:buNone/>
                      </a:pPr>
                      <a:r>
                        <a:rPr b="1" i="0" lang="en-GB" sz="800" u="none" strike="noStrike">
                          <a:solidFill>
                            <a:srgbClr val="141414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Model: </a:t>
                      </a:r>
                      <a:r>
                        <a:rPr b="0" i="0" lang="en-GB" sz="800" u="none" strike="noStrike">
                          <a:solidFill>
                            <a:srgbClr val="141414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e.MAS5</a:t>
                      </a:r>
                      <a:endParaRPr sz="8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1414"/>
                        </a:buClr>
                        <a:buSzPts val="800"/>
                        <a:buFont typeface="Roboto"/>
                        <a:buNone/>
                      </a:pPr>
                      <a:r>
                        <a:rPr b="1" i="0" lang="en-GB" sz="800" u="none" strike="noStrike">
                          <a:solidFill>
                            <a:srgbClr val="141414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Plate Num: </a:t>
                      </a:r>
                      <a:r>
                        <a:rPr b="0" i="0" lang="en-GB" sz="800" u="none" strike="noStrike">
                          <a:solidFill>
                            <a:srgbClr val="141414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SPA1233</a:t>
                      </a:r>
                      <a:br>
                        <a:rPr b="1" i="0" lang="en-GB" sz="800" u="none" strike="noStrike">
                          <a:solidFill>
                            <a:srgbClr val="141414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</a:br>
                      <a:r>
                        <a:rPr b="1" i="0" lang="en-GB" sz="800" u="none" strike="noStrike">
                          <a:solidFill>
                            <a:srgbClr val="141414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Chasis: </a:t>
                      </a:r>
                      <a:r>
                        <a:rPr b="0" i="0" lang="en-GB" sz="800" u="none" strike="noStrike">
                          <a:solidFill>
                            <a:srgbClr val="141414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LB3EH1SF3TX061155</a:t>
                      </a:r>
                      <a:endParaRPr sz="8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Roboto"/>
                        <a:buNone/>
                      </a:pPr>
                      <a:r>
                        <a:t/>
                      </a:r>
                      <a:endParaRPr b="1" i="0" sz="800" u="none" strike="noStrike">
                        <a:solidFill>
                          <a:srgbClr val="141414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Roboto"/>
                        <a:buNone/>
                      </a:pPr>
                      <a:r>
                        <a:rPr lang="en-GB" sz="800">
                          <a:latin typeface="Roboto"/>
                          <a:ea typeface="Roboto"/>
                          <a:cs typeface="Roboto"/>
                          <a:sym typeface="Roboto"/>
                        </a:rPr>
                        <a:t>5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Roboto"/>
                        <a:buNone/>
                      </a:pPr>
                      <a:r>
                        <a:rPr b="0" i="0" lang="en-GB" sz="800" u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Proton e.MAS Cheras - Able Mobility</a:t>
                      </a:r>
                      <a:endParaRPr sz="8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Roboto"/>
                        <a:buNone/>
                      </a:pPr>
                      <a:r>
                        <a:rPr b="1" i="0" lang="en-GB" sz="800" u="none" strike="noStrike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Issue: </a:t>
                      </a:r>
                      <a:r>
                        <a:rPr b="0" i="0" lang="en-GB" sz="800" u="none" strike="noStrike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Manual home assessment for second wallbox</a:t>
                      </a:r>
                      <a:endParaRPr sz="8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Roboto"/>
                        <a:buNone/>
                      </a:pPr>
                      <a:r>
                        <a:rPr b="1" i="0" lang="en-GB" sz="800" u="none" strike="noStrike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Action Taken:</a:t>
                      </a:r>
                      <a:r>
                        <a:rPr b="0" i="0" lang="en-GB" sz="800" u="none" strike="noStrike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Has assigned Installer for the home assessment - Energi Elite.</a:t>
                      </a:r>
                      <a:endParaRPr sz="8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Roboto"/>
                        <a:buNone/>
                      </a:pPr>
                      <a:r>
                        <a:rPr b="1" i="0" lang="en-GB" sz="800" u="none" strike="noStrike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Next action: </a:t>
                      </a:r>
                      <a:r>
                        <a:rPr b="0" i="0" lang="en-GB" sz="800" u="none" strike="noStrike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b="1" i="0" lang="en-GB" sz="800" u="none" strike="noStrike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27/7 </a:t>
                      </a:r>
                      <a:r>
                        <a:rPr b="0" i="0" lang="en-GB" sz="800" u="none" strike="noStrike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– Pending confirmation date and update.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9973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Roboto"/>
                        <a:buNone/>
                      </a:pPr>
                      <a:r>
                        <a:rPr lang="en-GB" sz="800">
                          <a:latin typeface="Roboto"/>
                          <a:ea typeface="Roboto"/>
                          <a:cs typeface="Roboto"/>
                          <a:sym typeface="Roboto"/>
                        </a:rPr>
                        <a:t>3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Roboto"/>
                        <a:buNone/>
                      </a:pPr>
                      <a:r>
                        <a:rPr b="0" i="0" lang="en-GB" sz="800" u="none" strike="noStrike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210726-PROEV-35259</a:t>
                      </a:r>
                      <a:endParaRPr sz="8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Roboto"/>
                        <a:buNone/>
                      </a:pPr>
                      <a:r>
                        <a:rPr b="0" i="0" lang="en-GB" sz="800" u="none" strike="noStrike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Home Charging </a:t>
                      </a:r>
                      <a:endParaRPr sz="8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800"/>
                        <a:buFont typeface="Roboto"/>
                        <a:buNone/>
                      </a:pPr>
                      <a:r>
                        <a:rPr b="1" i="0" lang="en-GB" sz="800" u="none" strike="noStrike">
                          <a:solidFill>
                            <a:srgbClr val="FF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WIP</a:t>
                      </a:r>
                      <a:endParaRPr sz="8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Roboto"/>
                        <a:buNone/>
                      </a:pPr>
                      <a:r>
                        <a:rPr b="0" i="0" lang="en-GB" sz="800" u="none" strike="noStrike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Phone Call</a:t>
                      </a:r>
                      <a:endParaRPr sz="8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1414"/>
                        </a:buClr>
                        <a:buSzPts val="800"/>
                        <a:buFont typeface="Roboto"/>
                        <a:buNone/>
                      </a:pPr>
                      <a:r>
                        <a:rPr b="1" i="0" lang="en-GB" sz="800" u="none" strike="noStrike">
                          <a:solidFill>
                            <a:srgbClr val="141414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Name: </a:t>
                      </a:r>
                      <a:r>
                        <a:rPr b="0" i="0" lang="en-GB" sz="800" u="none" strike="noStrike">
                          <a:solidFill>
                            <a:srgbClr val="141414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Razlan Adli Bin Zain </a:t>
                      </a:r>
                      <a:endParaRPr sz="8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1414"/>
                        </a:buClr>
                        <a:buSzPts val="800"/>
                        <a:buFont typeface="Roboto"/>
                        <a:buNone/>
                      </a:pPr>
                      <a:r>
                        <a:rPr b="1" i="0" lang="en-GB" sz="800" u="none" strike="noStrike">
                          <a:solidFill>
                            <a:srgbClr val="141414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Model: </a:t>
                      </a:r>
                      <a:r>
                        <a:rPr b="0" i="0" lang="en-GB" sz="800" u="none" strike="noStrike">
                          <a:solidFill>
                            <a:srgbClr val="141414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e.MAS5</a:t>
                      </a:r>
                      <a:endParaRPr sz="8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1414"/>
                        </a:buClr>
                        <a:buSzPts val="800"/>
                        <a:buFont typeface="Roboto"/>
                        <a:buNone/>
                      </a:pPr>
                      <a:r>
                        <a:rPr b="1" i="0" lang="en-GB" sz="800" u="none" strike="noStrike">
                          <a:solidFill>
                            <a:srgbClr val="141414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Plate Num: </a:t>
                      </a:r>
                      <a:r>
                        <a:rPr b="0" i="0" lang="en-GB" sz="800" u="none" strike="noStrike">
                          <a:solidFill>
                            <a:srgbClr val="141414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SD8925Y</a:t>
                      </a:r>
                      <a:br>
                        <a:rPr b="1" i="0" lang="en-GB" sz="800" u="none" strike="noStrike">
                          <a:solidFill>
                            <a:srgbClr val="141414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</a:br>
                      <a:r>
                        <a:rPr b="1" i="0" lang="en-GB" sz="800" u="none" strike="noStrike">
                          <a:solidFill>
                            <a:srgbClr val="141414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Chasis: </a:t>
                      </a:r>
                      <a:r>
                        <a:rPr b="0" i="0" lang="en-GB" sz="800" u="none" strike="noStrike">
                          <a:solidFill>
                            <a:srgbClr val="141414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LB3EH1SF6SX003488</a:t>
                      </a:r>
                      <a:endParaRPr sz="8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Roboto"/>
                        <a:buNone/>
                      </a:pPr>
                      <a:r>
                        <a:rPr lang="en-GB" sz="800"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Roboto"/>
                        <a:buNone/>
                      </a:pPr>
                      <a:r>
                        <a:rPr b="0" i="0" lang="en-GB" sz="800" u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Proton e.MAS Kuala Terengganu - IndahSari NEV </a:t>
                      </a:r>
                      <a:endParaRPr sz="8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Roboto"/>
                        <a:buNone/>
                      </a:pPr>
                      <a:r>
                        <a:rPr b="1" i="0" lang="en-GB" sz="800" u="none" strike="noStrike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Issue: </a:t>
                      </a:r>
                      <a:r>
                        <a:rPr b="0" i="0" lang="en-GB" sz="800" u="none" strike="noStrike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Wallbox power tripping</a:t>
                      </a:r>
                      <a:endParaRPr b="0" i="0" sz="800" u="none" strike="noStrike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Roboto"/>
                        <a:buNone/>
                      </a:pPr>
                      <a:r>
                        <a:rPr b="1" i="0" lang="en-GB" sz="800" u="none" strike="noStrike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Action Taken:</a:t>
                      </a:r>
                      <a:r>
                        <a:rPr b="0" i="0" lang="en-GB" sz="800" u="none" strike="noStrike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Contractor has confirmed the appointment to conduct an on-site inspection.</a:t>
                      </a:r>
                      <a:endParaRPr sz="1100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Roboto"/>
                        <a:buNone/>
                      </a:pPr>
                      <a:r>
                        <a:rPr b="1" i="0" lang="en-GB" sz="800" u="none" strike="noStrike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Next action: 27/7 - </a:t>
                      </a:r>
                      <a:r>
                        <a:rPr b="0" i="0" lang="en-GB" sz="800" u="none" strike="noStrike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Await the contractor's findings and update following the full inspection.</a:t>
                      </a:r>
                      <a:endParaRPr b="0" i="0" sz="800" u="none" strike="noStrike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58"/>
          <p:cNvSpPr txBox="1"/>
          <p:nvPr/>
        </p:nvSpPr>
        <p:spPr>
          <a:xfrm>
            <a:off x="294365" y="399142"/>
            <a:ext cx="6286502" cy="25391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GB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Customer Complaint – Weekly 17 July – 23 July 2026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p58"/>
          <p:cNvSpPr txBox="1"/>
          <p:nvPr/>
        </p:nvSpPr>
        <p:spPr>
          <a:xfrm>
            <a:off x="294365" y="801913"/>
            <a:ext cx="6286502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GB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Customer Complaint – Weekly 17 July – 23 July 2026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Roboto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5900" lvl="0" marL="215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•"/>
            </a:pPr>
            <a:r>
              <a:rPr b="1" i="0" lang="en-GB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Total Complaint: 9 </a:t>
            </a:r>
            <a:r>
              <a:rPr b="1" i="0" lang="en-GB" sz="800" u="none" cap="none" strike="noStrik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[ After Sales (2) / Apps (2) / Charging (3) / Sales (2)]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5900" lvl="0" marL="215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•"/>
            </a:pPr>
            <a:r>
              <a:rPr b="1" i="0" lang="en-GB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Status: </a:t>
            </a:r>
            <a:r>
              <a:rPr b="1" i="0" lang="en-GB" sz="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WIP: 9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Roboto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Roboto"/>
              <a:buNone/>
            </a:pPr>
            <a:r>
              <a:t/>
            </a:r>
            <a:endParaRPr b="1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18" name="Google Shape;318;p58"/>
          <p:cNvGraphicFramePr/>
          <p:nvPr/>
        </p:nvGraphicFramePr>
        <p:xfrm>
          <a:off x="397579" y="155510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{93C284A9-C047-4CE7-A427-F8BDC51384B7}</a:tableStyleId>
              </a:tblPr>
              <a:tblGrid>
                <a:gridCol w="299025"/>
                <a:gridCol w="718575"/>
                <a:gridCol w="860100"/>
                <a:gridCol w="456075"/>
                <a:gridCol w="800900"/>
                <a:gridCol w="1609300"/>
                <a:gridCol w="568875"/>
                <a:gridCol w="1050150"/>
                <a:gridCol w="1558100"/>
              </a:tblGrid>
              <a:tr h="420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Roboto"/>
                        <a:buNone/>
                      </a:pPr>
                      <a:r>
                        <a:rPr b="1" i="1" lang="en-GB" sz="800" u="none" strike="noStrike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No</a:t>
                      </a:r>
                      <a:endParaRPr sz="8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B0B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Roboto"/>
                        <a:buNone/>
                      </a:pPr>
                      <a:r>
                        <a:rPr b="1" i="1" lang="en-GB" sz="800" u="none" strike="noStrike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Case ID</a:t>
                      </a:r>
                      <a:endParaRPr b="1" i="0" sz="800" u="none" strike="noStrike">
                        <a:solidFill>
                          <a:srgbClr val="FFFFF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B0B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Roboto"/>
                        <a:buNone/>
                      </a:pPr>
                      <a:r>
                        <a:rPr b="1" i="1" lang="en-GB" sz="800" u="none" strike="noStrike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Sales (2)</a:t>
                      </a:r>
                      <a:endParaRPr sz="8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B0B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Roboto"/>
                        <a:buNone/>
                      </a:pPr>
                      <a:r>
                        <a:rPr b="1" i="1" lang="en-GB" sz="800" u="none" strike="noStrike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Status</a:t>
                      </a:r>
                      <a:endParaRPr sz="8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B0B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Roboto"/>
                        <a:buNone/>
                      </a:pPr>
                      <a:r>
                        <a:rPr b="1" i="1" lang="en-GB" sz="800" u="none" strike="noStrike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Channel</a:t>
                      </a:r>
                      <a:endParaRPr sz="8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B0B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Roboto"/>
                        <a:buNone/>
                      </a:pPr>
                      <a:r>
                        <a:rPr b="1" i="1" lang="en-GB" sz="800" u="none" strike="noStrike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Customer Info</a:t>
                      </a:r>
                      <a:endParaRPr b="1" i="0" sz="800" u="none" strike="noStrike">
                        <a:solidFill>
                          <a:srgbClr val="FFFFF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B0B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Roboto"/>
                        <a:buNone/>
                      </a:pPr>
                      <a:r>
                        <a:rPr b="1" i="1" lang="en-GB" sz="800" u="none" strike="noStrike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Aging</a:t>
                      </a:r>
                      <a:endParaRPr b="1" i="0" sz="800" u="none" strike="noStrike">
                        <a:solidFill>
                          <a:srgbClr val="FFFFF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Roboto"/>
                        <a:buNone/>
                      </a:pPr>
                      <a:r>
                        <a:rPr b="1" i="1" lang="en-GB" sz="800" u="none" strike="noStrike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(Days)</a:t>
                      </a:r>
                      <a:endParaRPr sz="8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B0B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Roboto"/>
                        <a:buNone/>
                      </a:pPr>
                      <a:r>
                        <a:rPr b="1" i="1" lang="en-GB" sz="800" u="none" strike="noStrike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Purchased Dealer</a:t>
                      </a:r>
                      <a:endParaRPr b="1" i="0" sz="800" u="none" strike="noStrike">
                        <a:solidFill>
                          <a:srgbClr val="FFFFF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B0B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Roboto"/>
                        <a:buNone/>
                      </a:pPr>
                      <a:r>
                        <a:rPr b="1" i="1" lang="en-GB" sz="800" u="none" strike="noStrike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Remarks</a:t>
                      </a:r>
                      <a:endParaRPr b="1" i="0" sz="800" u="none" strike="noStrike">
                        <a:solidFill>
                          <a:srgbClr val="FFFFF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B0B0"/>
                    </a:solidFill>
                  </a:tcPr>
                </a:tc>
              </a:tr>
              <a:tr h="13966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Roboto"/>
                        <a:buNone/>
                      </a:pPr>
                      <a:r>
                        <a:rPr lang="en-GB" sz="800"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Roboto"/>
                        <a:buNone/>
                      </a:pPr>
                      <a:r>
                        <a:rPr b="0" i="0" lang="en-GB" sz="800" u="none" strike="noStrike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170726-PROEV-34921</a:t>
                      </a:r>
                      <a:endParaRPr sz="8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Roboto"/>
                        <a:buNone/>
                      </a:pPr>
                      <a:r>
                        <a:rPr b="0" i="0" lang="en-GB" sz="800" u="none" strike="noStrike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Customer Experience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800"/>
                        <a:buFont typeface="Roboto"/>
                        <a:buNone/>
                      </a:pPr>
                      <a:r>
                        <a:rPr b="1" i="0" lang="en-GB" sz="800" u="none" strike="noStrike">
                          <a:solidFill>
                            <a:srgbClr val="FF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WIP</a:t>
                      </a:r>
                      <a:endParaRPr sz="8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Roboto"/>
                        <a:buNone/>
                      </a:pPr>
                      <a:r>
                        <a:rPr b="0" i="0" lang="en-GB" sz="800" u="none" strike="noStrike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Phone Call</a:t>
                      </a:r>
                      <a:endParaRPr sz="8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1414"/>
                        </a:buClr>
                        <a:buSzPts val="800"/>
                        <a:buFont typeface="Roboto"/>
                        <a:buNone/>
                      </a:pPr>
                      <a:r>
                        <a:rPr b="1" i="0" lang="en-GB" sz="800" u="none" strike="noStrike">
                          <a:solidFill>
                            <a:srgbClr val="141414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Name:</a:t>
                      </a:r>
                      <a:r>
                        <a:rPr b="0" i="0" lang="en-GB" sz="800" u="none" strike="noStrike">
                          <a:solidFill>
                            <a:srgbClr val="141414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Noridayu Binti Yaakub </a:t>
                      </a:r>
                      <a:br>
                        <a:rPr b="0" i="0" lang="en-GB" sz="800" u="none" strike="noStrike">
                          <a:solidFill>
                            <a:srgbClr val="141414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</a:br>
                      <a:r>
                        <a:rPr b="1" i="0" lang="en-GB" sz="800" u="none" strike="noStrike">
                          <a:solidFill>
                            <a:srgbClr val="141414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Model:</a:t>
                      </a:r>
                      <a:r>
                        <a:rPr b="0" i="0" lang="en-GB" sz="800" u="none" strike="noStrike">
                          <a:solidFill>
                            <a:srgbClr val="141414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e.MAS7 PHEV</a:t>
                      </a:r>
                      <a:br>
                        <a:rPr b="0" i="0" lang="en-GB" sz="800" u="none" strike="noStrike">
                          <a:solidFill>
                            <a:srgbClr val="141414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</a:br>
                      <a:r>
                        <a:rPr b="1" i="0" lang="en-GB" sz="800" u="none" strike="noStrike">
                          <a:solidFill>
                            <a:srgbClr val="141414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Plate Num:</a:t>
                      </a:r>
                      <a:r>
                        <a:rPr b="0" i="0" lang="en-GB" sz="800" u="none" strike="noStrike">
                          <a:solidFill>
                            <a:srgbClr val="141414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N/A</a:t>
                      </a:r>
                      <a:br>
                        <a:rPr b="0" i="0" lang="en-GB" sz="800" u="none" strike="noStrike">
                          <a:solidFill>
                            <a:srgbClr val="141414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</a:br>
                      <a:r>
                        <a:rPr b="1" i="0" lang="en-GB" sz="800" u="none" strike="noStrike">
                          <a:solidFill>
                            <a:srgbClr val="141414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Chasis: </a:t>
                      </a:r>
                      <a:r>
                        <a:rPr b="0" i="0" lang="en-GB" sz="800" u="none" strike="noStrike">
                          <a:solidFill>
                            <a:srgbClr val="141414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N/A</a:t>
                      </a:r>
                      <a:endParaRPr sz="8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Roboto"/>
                        <a:buNone/>
                      </a:pPr>
                      <a:r>
                        <a:rPr lang="en-GB" sz="800">
                          <a:latin typeface="Roboto"/>
                          <a:ea typeface="Roboto"/>
                          <a:cs typeface="Roboto"/>
                          <a:sym typeface="Roboto"/>
                        </a:rPr>
                        <a:t>8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Roboto"/>
                        <a:buNone/>
                      </a:pPr>
                      <a:r>
                        <a:rPr b="0" i="0" lang="en-GB" sz="800" u="none" strike="noStrike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Proton e.MAS Seremban - KKT New Energy</a:t>
                      </a:r>
                      <a:endParaRPr sz="8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Roboto"/>
                        <a:buNone/>
                      </a:pPr>
                      <a:r>
                        <a:rPr b="1" i="0" lang="en-GB" sz="800" u="none" strike="noStrike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Issue:</a:t>
                      </a:r>
                      <a:r>
                        <a:rPr b="0" i="0" lang="en-GB" sz="800" u="none" strike="noStrike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Unauthorized NCD transfer, vehicle registration, and booking cancellation request</a:t>
                      </a:r>
                      <a:endParaRPr b="0" i="0" sz="800" u="none" strike="noStrike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Roboto"/>
                        <a:buNone/>
                      </a:pPr>
                      <a:r>
                        <a:rPr b="1" i="0" lang="en-GB" sz="800" u="none" strike="noStrike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Action Taken:</a:t>
                      </a:r>
                      <a:r>
                        <a:rPr b="0" i="0" lang="en-GB" sz="800" u="none" strike="noStrike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27/7 – Dealer update that SA has oversight and miscommunication with Admin on the processing without consent by the customer. Management has decided to buyback the car. </a:t>
                      </a:r>
                      <a:endParaRPr sz="11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Roboto"/>
                        <a:buNone/>
                      </a:pPr>
                      <a:r>
                        <a:rPr b="1" i="0" lang="en-GB" sz="800" u="none" strike="noStrike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Next action: 27/7 </a:t>
                      </a:r>
                      <a:r>
                        <a:rPr b="0" i="0" lang="en-GB" sz="800" u="none" strike="noStrike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– Pending further update on the completion of arrangement. 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0718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Roboto"/>
                        <a:buNone/>
                      </a:pPr>
                      <a:r>
                        <a:rPr lang="en-GB" sz="800"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Roboto"/>
                        <a:buNone/>
                      </a:pPr>
                      <a:r>
                        <a:rPr b="0" i="0" lang="en-GB" sz="800" u="none" strike="noStrike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200726-PROEV-35154</a:t>
                      </a:r>
                      <a:endParaRPr sz="8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Roboto"/>
                        <a:buNone/>
                      </a:pPr>
                      <a:r>
                        <a:rPr b="0" i="0" lang="en-GB" sz="800" u="none" strike="noStrike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Refund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800"/>
                        <a:buFont typeface="Roboto"/>
                        <a:buNone/>
                      </a:pPr>
                      <a:r>
                        <a:rPr b="1" i="0" lang="en-GB" sz="800" u="none" strike="noStrike">
                          <a:solidFill>
                            <a:srgbClr val="FF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WIP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Roboto"/>
                        <a:buNone/>
                      </a:pPr>
                      <a:r>
                        <a:rPr b="0" i="0" lang="en-GB" sz="800" u="none" strike="noStrike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Email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1414"/>
                        </a:buClr>
                        <a:buSzPts val="800"/>
                        <a:buFont typeface="Roboto"/>
                        <a:buNone/>
                      </a:pPr>
                      <a:r>
                        <a:rPr b="1" i="0" lang="en-GB" sz="800" u="none" strike="noStrike">
                          <a:solidFill>
                            <a:srgbClr val="141414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Name: </a:t>
                      </a:r>
                      <a:r>
                        <a:rPr b="0" i="0" lang="en-GB" sz="800" u="none" strike="noStrike">
                          <a:solidFill>
                            <a:srgbClr val="141414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Tan Lek Boon</a:t>
                      </a:r>
                      <a:br>
                        <a:rPr b="1" i="0" lang="en-GB" sz="800" u="none" strike="noStrike">
                          <a:solidFill>
                            <a:srgbClr val="141414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</a:br>
                      <a:r>
                        <a:rPr b="1" i="0" lang="en-GB" sz="800" u="none" strike="noStrike">
                          <a:solidFill>
                            <a:srgbClr val="141414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Model:</a:t>
                      </a:r>
                      <a:r>
                        <a:rPr b="0" i="0" lang="en-GB" sz="800" u="none" strike="noStrike">
                          <a:solidFill>
                            <a:srgbClr val="141414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e.MAS5</a:t>
                      </a:r>
                      <a:br>
                        <a:rPr b="0" i="0" lang="en-GB" sz="800" u="none" strike="noStrike">
                          <a:solidFill>
                            <a:srgbClr val="141414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</a:br>
                      <a:r>
                        <a:rPr b="1" i="0" lang="en-GB" sz="800" u="none" strike="noStrike">
                          <a:solidFill>
                            <a:srgbClr val="141414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Plate Num</a:t>
                      </a:r>
                      <a:r>
                        <a:rPr b="0" i="0" lang="en-GB" sz="800" u="none" strike="noStrike">
                          <a:solidFill>
                            <a:srgbClr val="141414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: N/A</a:t>
                      </a:r>
                      <a:br>
                        <a:rPr b="0" i="0" lang="en-GB" sz="800" u="none" strike="noStrike">
                          <a:solidFill>
                            <a:srgbClr val="141414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</a:br>
                      <a:r>
                        <a:rPr b="1" i="0" lang="en-GB" sz="800" u="none" strike="noStrike">
                          <a:solidFill>
                            <a:srgbClr val="141414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Chasis: </a:t>
                      </a:r>
                      <a:r>
                        <a:rPr b="0" i="0" lang="en-GB" sz="800" u="none" strike="noStrike">
                          <a:solidFill>
                            <a:srgbClr val="141414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N/A</a:t>
                      </a:r>
                      <a:endParaRPr sz="8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Roboto"/>
                        <a:buNone/>
                      </a:pPr>
                      <a:r>
                        <a:rPr lang="en-GB" sz="800"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Roboto"/>
                        <a:buNone/>
                      </a:pPr>
                      <a:r>
                        <a:rPr b="0" i="0" lang="en-GB" sz="800" u="none" strike="noStrike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Proton e.MAS Desa Park City, Kepong - Regal Motors</a:t>
                      </a:r>
                      <a:endParaRPr sz="8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Roboto"/>
                        <a:buNone/>
                      </a:pPr>
                      <a:r>
                        <a:rPr b="1" i="0" lang="en-GB" sz="800" u="none" strike="noStrike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Issue:</a:t>
                      </a:r>
                      <a:r>
                        <a:rPr b="0" i="0" lang="en-GB" sz="800" u="none" strike="noStrike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Refund delay </a:t>
                      </a:r>
                      <a:endParaRPr sz="1100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Roboto"/>
                        <a:buNone/>
                      </a:pPr>
                      <a:r>
                        <a:rPr b="1" i="0" lang="en-GB" sz="800" u="none" strike="noStrike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Action Taken:</a:t>
                      </a:r>
                      <a:r>
                        <a:rPr b="0" i="0" lang="en-GB" sz="800" u="none" strike="noStrike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Case has been escalated to dealer</a:t>
                      </a:r>
                      <a:endParaRPr sz="11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Roboto"/>
                        <a:buNone/>
                      </a:pPr>
                      <a:r>
                        <a:rPr b="1" i="0" lang="en-GB" sz="800" u="none" strike="noStrike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Next action: 27/7</a:t>
                      </a:r>
                      <a:r>
                        <a:rPr b="0" i="0" lang="en-GB" sz="800" u="none" strike="noStrike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- Await further update from dealer</a:t>
                      </a:r>
                      <a:endParaRPr sz="8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mart master template">
  <a:themeElements>
    <a:clrScheme name="Blue Green">
      <a:dk1>
        <a:srgbClr val="000000"/>
      </a:dk1>
      <a:lt1>
        <a:srgbClr val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9F671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